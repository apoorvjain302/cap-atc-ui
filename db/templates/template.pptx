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31"/>
    <p:sldMasterId id="2147483782" r:id="rId32"/>
    <p:sldMasterId id="2147483799" r:id="rId33"/>
  </p:sldMasterIdLst>
  <p:notesMasterIdLst>
    <p:notesMasterId r:id="rId49"/>
  </p:notesMasterIdLst>
  <p:handoutMasterIdLst>
    <p:handoutMasterId r:id="rId50"/>
  </p:handoutMasterIdLst>
  <p:sldIdLst>
    <p:sldId id="2197" r:id="rId34"/>
    <p:sldId id="2145707188" r:id="rId35"/>
    <p:sldId id="2145707189" r:id="rId36"/>
    <p:sldId id="2145707193" r:id="rId37"/>
    <p:sldId id="2145707181" r:id="rId38"/>
    <p:sldId id="2145707191" r:id="rId39"/>
    <p:sldId id="2145707192" r:id="rId40"/>
    <p:sldId id="2145707186" r:id="rId41"/>
    <p:sldId id="2146846573" r:id="rId42"/>
    <p:sldId id="2147483261" r:id="rId43"/>
    <p:sldId id="2146846574" r:id="rId44"/>
    <p:sldId id="2145707190" r:id="rId45"/>
    <p:sldId id="2145707195" r:id="rId46"/>
    <p:sldId id="2146846575" r:id="rId47"/>
    <p:sldId id="413" r:id="rId48"/>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4CB1FF"/>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BF6C99-423E-C21A-FEA6-203B5947BEB2}" name="Marincei, Simona" initials="SM" userId="S::simona.marincei@sap.com::21cf88f9-23ca-48ea-b840-dafc2e306e7c" providerId="AD"/>
  <p188:author id="{965A0EA6-D7AB-16CC-95A2-ABD906269F55}" name="Ram Shankar, Subba Kalyan" initials="" userId="S::subba.kalyan.ram.shankar@sap.com::e5c007a4-e62b-4291-96a3-f518b5da569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ntri, Nilesh" initials="MN" lastIdx="1" clrIdx="0">
    <p:extLst>
      <p:ext uri="{19B8F6BF-5375-455C-9EA6-DF929625EA0E}">
        <p15:presenceInfo xmlns:p15="http://schemas.microsoft.com/office/powerpoint/2012/main" userId="S::nilesh.mantri@sap.com::3831dd07-8822-43cf-9c37-231af63c22d8" providerId="AD"/>
      </p:ext>
    </p:extLst>
  </p:cmAuthor>
  <p:cmAuthor id="2" name="Lopes, Thiago S" initials="LTS" lastIdx="4" clrIdx="1">
    <p:extLst>
      <p:ext uri="{19B8F6BF-5375-455C-9EA6-DF929625EA0E}">
        <p15:presenceInfo xmlns:p15="http://schemas.microsoft.com/office/powerpoint/2012/main" userId="S::t.lopes@sap.com::bd5bfbf4-0158-487b-b02d-724d856b088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1B3A6B"/>
        </p14:laserClr>
      </p:ext>
      <p:ext uri="{2FDB2607-1784-4EEB-B798-7EB5836EED8A}">
        <p14:showMediaCtrls xmlns:p14="http://schemas.microsoft.com/office/powerpoint/2010/main" val="1"/>
      </p:ext>
    </p:extLst>
  </p:showPr>
  <p:clrMru>
    <a:srgbClr val="1B3A6B"/>
    <a:srgbClr val="FEE3A1"/>
    <a:srgbClr val="FECE59"/>
    <a:srgbClr val="FFFFFF"/>
    <a:srgbClr val="00195A"/>
    <a:srgbClr val="0F46A7"/>
    <a:srgbClr val="970A82"/>
    <a:srgbClr val="FF3399"/>
    <a:srgbClr val="FFF1D0"/>
    <a:srgbClr val="FFF8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9C6624-AC51-40DC-8CE1-6E909A121EA1}" v="2" dt="2026-08-18T06:42:08.933"/>
    <p1510:client id="{23AB1718-95AC-894B-9A06-BACF84F8FF7D}" v="59" dt="2026-08-18T09:54:50.925"/>
    <p1510:client id="{42F0C219-9353-43C6-B647-1447AA624272}" v="10" dt="2026-08-17T14:52:47.223"/>
    <p1510:client id="{65EE1A0C-AC90-3638-1213-4BFE7B005F13}" v="53" dt="2026-08-17T14:49:30.541"/>
    <p1510:client id="{A66C1899-7E56-86B9-2733-416A2316D8A1}" v="47" dt="2026-08-18T13:36:32.274"/>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1"/>
        <p:guide orient="horz" pos="216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6.xml"/><Relationship Id="rId21" Type="http://schemas.openxmlformats.org/officeDocument/2006/relationships/customXml" Target="../customXml/item21.xml"/><Relationship Id="rId34" Type="http://schemas.openxmlformats.org/officeDocument/2006/relationships/slide" Target="slides/slide1.xml"/><Relationship Id="rId42" Type="http://schemas.openxmlformats.org/officeDocument/2006/relationships/slide" Target="slides/slide9.xml"/><Relationship Id="rId47" Type="http://schemas.openxmlformats.org/officeDocument/2006/relationships/slide" Target="slides/slide14.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Master" Target="slideMasters/slideMaster2.xml"/><Relationship Id="rId37" Type="http://schemas.openxmlformats.org/officeDocument/2006/relationships/slide" Target="slides/slide4.xml"/><Relationship Id="rId40" Type="http://schemas.openxmlformats.org/officeDocument/2006/relationships/slide" Target="slides/slide7.xml"/><Relationship Id="rId45" Type="http://schemas.openxmlformats.org/officeDocument/2006/relationships/slide" Target="slides/slide12.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customXml" Target="../customXml/item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slide" Target="slides/slide2.xml"/><Relationship Id="rId43" Type="http://schemas.openxmlformats.org/officeDocument/2006/relationships/slide" Target="slides/slide10.xml"/><Relationship Id="rId48" Type="http://schemas.openxmlformats.org/officeDocument/2006/relationships/slide" Target="slides/slide15.xml"/><Relationship Id="rId56" Type="http://schemas.microsoft.com/office/2016/11/relationships/changesInfo" Target="changesInfos/changesInfo1.xml"/><Relationship Id="rId8" Type="http://schemas.openxmlformats.org/officeDocument/2006/relationships/customXml" Target="../customXml/item8.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Master" Target="slideMasters/slideMaster3.xml"/><Relationship Id="rId38" Type="http://schemas.openxmlformats.org/officeDocument/2006/relationships/slide" Target="slides/slide5.xml"/><Relationship Id="rId46" Type="http://schemas.openxmlformats.org/officeDocument/2006/relationships/slide" Target="slides/slide13.xml"/><Relationship Id="rId20" Type="http://schemas.openxmlformats.org/officeDocument/2006/relationships/customXml" Target="../customXml/item20.xml"/><Relationship Id="rId41" Type="http://schemas.openxmlformats.org/officeDocument/2006/relationships/slide" Target="slides/slide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3.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customXml" Target="../customXml/item10.xml"/><Relationship Id="rId31" Type="http://schemas.openxmlformats.org/officeDocument/2006/relationships/slideMaster" Target="slideMasters/slideMaster1.xml"/><Relationship Id="rId44" Type="http://schemas.openxmlformats.org/officeDocument/2006/relationships/slide" Target="slides/slide1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kur, Sarthak" userId="a48c372c-7e3f-4f28-a60c-3f81e6a52612" providerId="ADAL" clId="{811B012C-951D-4069-9E9D-A20A0AC608BB}"/>
    <pc:docChg chg="modSld">
      <pc:chgData name="Thakur, Sarthak" userId="a48c372c-7e3f-4f28-a60c-3f81e6a52612" providerId="ADAL" clId="{811B012C-951D-4069-9E9D-A20A0AC608BB}" dt="2026-08-14T09:16:23.862" v="148" actId="20577"/>
      <pc:docMkLst>
        <pc:docMk/>
      </pc:docMkLst>
      <pc:sldChg chg="modSp mod">
        <pc:chgData name="Thakur, Sarthak" userId="a48c372c-7e3f-4f28-a60c-3f81e6a52612" providerId="ADAL" clId="{811B012C-951D-4069-9E9D-A20A0AC608BB}" dt="2026-08-14T09:16:23.862" v="148" actId="20577"/>
        <pc:sldMkLst>
          <pc:docMk/>
          <pc:sldMk cId="1881851238" sldId="413"/>
        </pc:sldMkLst>
        <pc:spChg chg="mod">
          <ac:chgData name="Thakur, Sarthak" userId="a48c372c-7e3f-4f28-a60c-3f81e6a52612" providerId="ADAL" clId="{811B012C-951D-4069-9E9D-A20A0AC608BB}" dt="2026-08-14T09:16:23.862" v="148" actId="20577"/>
          <ac:spMkLst>
            <pc:docMk/>
            <pc:sldMk cId="1881851238" sldId="413"/>
            <ac:spMk id="5" creationId="{E6A54FAD-D3C7-4DCB-9858-7A6F2D21794D}"/>
          </ac:spMkLst>
        </pc:spChg>
      </pc:sldChg>
      <pc:sldChg chg="modSp mod">
        <pc:chgData name="Thakur, Sarthak" userId="a48c372c-7e3f-4f28-a60c-3f81e6a52612" providerId="ADAL" clId="{811B012C-951D-4069-9E9D-A20A0AC608BB}" dt="2026-08-14T09:16:00.217" v="134" actId="20577"/>
        <pc:sldMkLst>
          <pc:docMk/>
          <pc:sldMk cId="3344628964" sldId="2197"/>
        </pc:sldMkLst>
        <pc:spChg chg="mod">
          <ac:chgData name="Thakur, Sarthak" userId="a48c372c-7e3f-4f28-a60c-3f81e6a52612" providerId="ADAL" clId="{811B012C-951D-4069-9E9D-A20A0AC608BB}" dt="2026-08-14T09:16:00.217" v="134" actId="20577"/>
          <ac:spMkLst>
            <pc:docMk/>
            <pc:sldMk cId="3344628964" sldId="2197"/>
            <ac:spMk id="2" creationId="{8243858F-767D-1CF8-7DB7-3A9C6D2004C4}"/>
          </ac:spMkLst>
        </pc:spChg>
        <pc:spChg chg="mod">
          <ac:chgData name="Thakur, Sarthak" userId="a48c372c-7e3f-4f28-a60c-3f81e6a52612" providerId="ADAL" clId="{811B012C-951D-4069-9E9D-A20A0AC608BB}" dt="2026-08-14T08:22:22.879" v="67" actId="20577"/>
          <ac:spMkLst>
            <pc:docMk/>
            <pc:sldMk cId="3344628964" sldId="2197"/>
            <ac:spMk id="4" creationId="{0E86C73B-6FF3-00AC-232E-575ABF845F9A}"/>
          </ac:spMkLst>
        </pc:spChg>
        <pc:spChg chg="mod">
          <ac:chgData name="Thakur, Sarthak" userId="a48c372c-7e3f-4f28-a60c-3f81e6a52612" providerId="ADAL" clId="{811B012C-951D-4069-9E9D-A20A0AC608BB}" dt="2026-08-14T09:15:51.741" v="114" actId="20577"/>
          <ac:spMkLst>
            <pc:docMk/>
            <pc:sldMk cId="3344628964" sldId="2197"/>
            <ac:spMk id="9" creationId="{1C807ADF-CE4E-D271-61A0-63F888DC95A6}"/>
          </ac:spMkLst>
        </pc:spChg>
      </pc:sldChg>
      <pc:sldChg chg="modSp mod">
        <pc:chgData name="Thakur, Sarthak" userId="a48c372c-7e3f-4f28-a60c-3f81e6a52612" providerId="ADAL" clId="{811B012C-951D-4069-9E9D-A20A0AC608BB}" dt="2026-08-14T09:16:08.870" v="140" actId="20577"/>
        <pc:sldMkLst>
          <pc:docMk/>
          <pc:sldMk cId="973366394" sldId="2145707186"/>
        </pc:sldMkLst>
        <pc:graphicFrameChg chg="modGraphic">
          <ac:chgData name="Thakur, Sarthak" userId="a48c372c-7e3f-4f28-a60c-3f81e6a52612" providerId="ADAL" clId="{811B012C-951D-4069-9E9D-A20A0AC608BB}" dt="2026-08-14T09:16:08.870" v="140" actId="20577"/>
          <ac:graphicFrameMkLst>
            <pc:docMk/>
            <pc:sldMk cId="973366394" sldId="2145707186"/>
            <ac:graphicFrameMk id="3" creationId="{815DAC54-291D-84C6-FFA5-DCEA27A124BA}"/>
          </ac:graphicFrameMkLst>
        </pc:graphicFrameChg>
      </pc:sldChg>
    </pc:docChg>
  </pc:docChgLst>
  <pc:docChgLst>
    <pc:chgData name="Awasthi, Ankush" userId="S::ankush.awasthi@sap.com::4032d35a-6383-48bf-b15f-21a536d9b4e9" providerId="AD" clId="Web-{23AB1718-95AC-894B-9A06-BACF84F8FF7D}"/>
    <pc:docChg chg="addSld delSld modSld sldOrd">
      <pc:chgData name="Awasthi, Ankush" userId="S::ankush.awasthi@sap.com::4032d35a-6383-48bf-b15f-21a536d9b4e9" providerId="AD" clId="Web-{23AB1718-95AC-894B-9A06-BACF84F8FF7D}" dt="2026-08-18T09:54:50.925" v="44"/>
      <pc:docMkLst>
        <pc:docMk/>
      </pc:docMkLst>
      <pc:sldChg chg="ord">
        <pc:chgData name="Awasthi, Ankush" userId="S::ankush.awasthi@sap.com::4032d35a-6383-48bf-b15f-21a536d9b4e9" providerId="AD" clId="Web-{23AB1718-95AC-894B-9A06-BACF84F8FF7D}" dt="2026-08-18T09:50:54.431" v="13"/>
        <pc:sldMkLst>
          <pc:docMk/>
          <pc:sldMk cId="1886637631" sldId="2146846574"/>
        </pc:sldMkLst>
      </pc:sldChg>
      <pc:sldChg chg="addSp delSp modSp add">
        <pc:chgData name="Awasthi, Ankush" userId="S::ankush.awasthi@sap.com::4032d35a-6383-48bf-b15f-21a536d9b4e9" providerId="AD" clId="Web-{23AB1718-95AC-894B-9A06-BACF84F8FF7D}" dt="2026-08-18T09:54:50.925" v="44"/>
        <pc:sldMkLst>
          <pc:docMk/>
          <pc:sldMk cId="3139722019" sldId="2147483261"/>
        </pc:sldMkLst>
        <pc:spChg chg="add del">
          <ac:chgData name="Awasthi, Ankush" userId="S::ankush.awasthi@sap.com::4032d35a-6383-48bf-b15f-21a536d9b4e9" providerId="AD" clId="Web-{23AB1718-95AC-894B-9A06-BACF84F8FF7D}" dt="2026-08-18T09:51:13.291" v="14"/>
          <ac:spMkLst>
            <pc:docMk/>
            <pc:sldMk cId="3139722019" sldId="2147483261"/>
            <ac:spMk id="3" creationId="{6C3BD779-D1D9-2F9A-2787-69E89E6D267E}"/>
          </ac:spMkLst>
        </pc:spChg>
        <pc:spChg chg="add del mod">
          <ac:chgData name="Awasthi, Ankush" userId="S::ankush.awasthi@sap.com::4032d35a-6383-48bf-b15f-21a536d9b4e9" providerId="AD" clId="Web-{23AB1718-95AC-894B-9A06-BACF84F8FF7D}" dt="2026-08-18T09:53:45.922" v="25" actId="20577"/>
          <ac:spMkLst>
            <pc:docMk/>
            <pc:sldMk cId="3139722019" sldId="2147483261"/>
            <ac:spMk id="5" creationId="{078F90EC-2703-B0F7-53EE-C7994E118A93}"/>
          </ac:spMkLst>
        </pc:spChg>
        <pc:graphicFrameChg chg="mod modGraphic">
          <ac:chgData name="Awasthi, Ankush" userId="S::ankush.awasthi@sap.com::4032d35a-6383-48bf-b15f-21a536d9b4e9" providerId="AD" clId="Web-{23AB1718-95AC-894B-9A06-BACF84F8FF7D}" dt="2026-08-18T09:54:36.612" v="40"/>
          <ac:graphicFrameMkLst>
            <pc:docMk/>
            <pc:sldMk cId="3139722019" sldId="2147483261"/>
            <ac:graphicFrameMk id="6" creationId="{51F8F200-88FA-A3A5-5F4A-A9970A76B6C5}"/>
          </ac:graphicFrameMkLst>
        </pc:graphicFrameChg>
        <pc:graphicFrameChg chg="mod modGraphic">
          <ac:chgData name="Awasthi, Ankush" userId="S::ankush.awasthi@sap.com::4032d35a-6383-48bf-b15f-21a536d9b4e9" providerId="AD" clId="Web-{23AB1718-95AC-894B-9A06-BACF84F8FF7D}" dt="2026-08-18T09:54:50.925" v="44"/>
          <ac:graphicFrameMkLst>
            <pc:docMk/>
            <pc:sldMk cId="3139722019" sldId="2147483261"/>
            <ac:graphicFrameMk id="15" creationId="{410D8A31-5D82-9844-5AEE-C650D28987D4}"/>
          </ac:graphicFrameMkLst>
        </pc:graphicFrameChg>
        <pc:picChg chg="del mod">
          <ac:chgData name="Awasthi, Ankush" userId="S::ankush.awasthi@sap.com::4032d35a-6383-48bf-b15f-21a536d9b4e9" providerId="AD" clId="Web-{23AB1718-95AC-894B-9A06-BACF84F8FF7D}" dt="2026-08-18T09:53:18.468" v="24"/>
          <ac:picMkLst>
            <pc:docMk/>
            <pc:sldMk cId="3139722019" sldId="2147483261"/>
            <ac:picMk id="7" creationId="{005E931A-1EDA-E289-3204-E0CD00DA2EF9}"/>
          </ac:picMkLst>
        </pc:picChg>
      </pc:sldChg>
      <pc:sldChg chg="modSp add del replId">
        <pc:chgData name="Awasthi, Ankush" userId="S::ankush.awasthi@sap.com::4032d35a-6383-48bf-b15f-21a536d9b4e9" providerId="AD" clId="Web-{23AB1718-95AC-894B-9A06-BACF84F8FF7D}" dt="2026-08-18T09:52:26.481" v="22"/>
        <pc:sldMkLst>
          <pc:docMk/>
          <pc:sldMk cId="2597267425" sldId="2147483549"/>
        </pc:sldMkLst>
        <pc:graphicFrameChg chg="mod modGraphic">
          <ac:chgData name="Awasthi, Ankush" userId="S::ankush.awasthi@sap.com::4032d35a-6383-48bf-b15f-21a536d9b4e9" providerId="AD" clId="Web-{23AB1718-95AC-894B-9A06-BACF84F8FF7D}" dt="2026-08-18T09:52:14.356" v="21"/>
          <ac:graphicFrameMkLst>
            <pc:docMk/>
            <pc:sldMk cId="2597267425" sldId="2147483549"/>
            <ac:graphicFrameMk id="15" creationId="{6BCD4F94-50FE-5A07-FA3E-BD5D82E06CAA}"/>
          </ac:graphicFrameMkLst>
        </pc:graphicFrameChg>
      </pc:sldChg>
    </pc:docChg>
  </pc:docChgLst>
  <pc:docChgLst>
    <pc:chgData name="., Kanupriya" userId="8773a1ce-0b49-481f-a53a-c718992f914f" providerId="ADAL" clId="{BD8AC720-F4DC-4235-9D0C-6B8A6244090D}"/>
    <pc:docChg chg="undo custSel addSld delSld modSld modMainMaster">
      <pc:chgData name="., Kanupriya" userId="8773a1ce-0b49-481f-a53a-c718992f914f" providerId="ADAL" clId="{BD8AC720-F4DC-4235-9D0C-6B8A6244090D}" dt="2026-08-17T14:53:21.936" v="167" actId="207"/>
      <pc:docMkLst>
        <pc:docMk/>
      </pc:docMkLst>
      <pc:sldChg chg="addSp delSp modSp add del mod">
        <pc:chgData name="., Kanupriya" userId="8773a1ce-0b49-481f-a53a-c718992f914f" providerId="ADAL" clId="{BD8AC720-F4DC-4235-9D0C-6B8A6244090D}" dt="2026-08-17T14:53:21.936" v="167" actId="207"/>
        <pc:sldMkLst>
          <pc:docMk/>
          <pc:sldMk cId="3731100788" sldId="2145707188"/>
        </pc:sldMkLst>
        <pc:spChg chg="add mod">
          <ac:chgData name="., Kanupriya" userId="8773a1ce-0b49-481f-a53a-c718992f914f" providerId="ADAL" clId="{BD8AC720-F4DC-4235-9D0C-6B8A6244090D}" dt="2026-08-17T14:52:47.223" v="158"/>
          <ac:spMkLst>
            <pc:docMk/>
            <pc:sldMk cId="3731100788" sldId="2145707188"/>
            <ac:spMk id="3" creationId="{B8E9C1A2-3DA7-78D3-49A1-C7D0AB900C82}"/>
          </ac:spMkLst>
        </pc:spChg>
        <pc:spChg chg="add mod">
          <ac:chgData name="., Kanupriya" userId="8773a1ce-0b49-481f-a53a-c718992f914f" providerId="ADAL" clId="{BD8AC720-F4DC-4235-9D0C-6B8A6244090D}" dt="2026-08-17T14:52:47.223" v="158"/>
          <ac:spMkLst>
            <pc:docMk/>
            <pc:sldMk cId="3731100788" sldId="2145707188"/>
            <ac:spMk id="6" creationId="{3C775938-8A2D-F9EB-AFC5-5D6BB26E9B7D}"/>
          </ac:spMkLst>
        </pc:spChg>
        <pc:spChg chg="add del">
          <ac:chgData name="., Kanupriya" userId="8773a1ce-0b49-481f-a53a-c718992f914f" providerId="ADAL" clId="{BD8AC720-F4DC-4235-9D0C-6B8A6244090D}" dt="2026-08-17T14:52:05.576" v="156" actId="478"/>
          <ac:spMkLst>
            <pc:docMk/>
            <pc:sldMk cId="3731100788" sldId="2145707188"/>
            <ac:spMk id="7" creationId="{91314B07-02C6-499E-B04B-957B12E7510E}"/>
          </ac:spMkLst>
        </pc:spChg>
        <pc:spChg chg="add del">
          <ac:chgData name="., Kanupriya" userId="8773a1ce-0b49-481f-a53a-c718992f914f" providerId="ADAL" clId="{BD8AC720-F4DC-4235-9D0C-6B8A6244090D}" dt="2026-08-17T14:52:05.576" v="156" actId="478"/>
          <ac:spMkLst>
            <pc:docMk/>
            <pc:sldMk cId="3731100788" sldId="2145707188"/>
            <ac:spMk id="8" creationId="{281ACF6C-D1EA-4E2B-9567-3F0FBEE72AA7}"/>
          </ac:spMkLst>
        </pc:spChg>
        <pc:spChg chg="add del">
          <ac:chgData name="., Kanupriya" userId="8773a1ce-0b49-481f-a53a-c718992f914f" providerId="ADAL" clId="{BD8AC720-F4DC-4235-9D0C-6B8A6244090D}" dt="2026-08-17T14:52:05.576" v="156" actId="478"/>
          <ac:spMkLst>
            <pc:docMk/>
            <pc:sldMk cId="3731100788" sldId="2145707188"/>
            <ac:spMk id="9" creationId="{1199E413-6850-4756-A8C1-F5BBA135A7AD}"/>
          </ac:spMkLst>
        </pc:spChg>
        <pc:spChg chg="del">
          <ac:chgData name="., Kanupriya" userId="8773a1ce-0b49-481f-a53a-c718992f914f" providerId="ADAL" clId="{BD8AC720-F4DC-4235-9D0C-6B8A6244090D}" dt="2026-08-17T14:52:15.076" v="157" actId="478"/>
          <ac:spMkLst>
            <pc:docMk/>
            <pc:sldMk cId="3731100788" sldId="2145707188"/>
            <ac:spMk id="10" creationId="{290A0194-3E4E-4D01-8438-8B3CD3D8150B}"/>
          </ac:spMkLst>
        </pc:spChg>
        <pc:spChg chg="add del">
          <ac:chgData name="., Kanupriya" userId="8773a1ce-0b49-481f-a53a-c718992f914f" providerId="ADAL" clId="{BD8AC720-F4DC-4235-9D0C-6B8A6244090D}" dt="2026-08-17T14:52:05.576" v="156" actId="478"/>
          <ac:spMkLst>
            <pc:docMk/>
            <pc:sldMk cId="3731100788" sldId="2145707188"/>
            <ac:spMk id="12" creationId="{33CD97EC-7CF5-4B45-9C27-E1C89FAFB788}"/>
          </ac:spMkLst>
        </pc:spChg>
        <pc:spChg chg="add del">
          <ac:chgData name="., Kanupriya" userId="8773a1ce-0b49-481f-a53a-c718992f914f" providerId="ADAL" clId="{BD8AC720-F4DC-4235-9D0C-6B8A6244090D}" dt="2026-08-17T14:52:05.576" v="156" actId="478"/>
          <ac:spMkLst>
            <pc:docMk/>
            <pc:sldMk cId="3731100788" sldId="2145707188"/>
            <ac:spMk id="13" creationId="{AD37EBA8-5D32-4FB1-A48A-40E6C505707F}"/>
          </ac:spMkLst>
        </pc:spChg>
        <pc:spChg chg="add del">
          <ac:chgData name="., Kanupriya" userId="8773a1ce-0b49-481f-a53a-c718992f914f" providerId="ADAL" clId="{BD8AC720-F4DC-4235-9D0C-6B8A6244090D}" dt="2026-08-17T14:52:05.576" v="156" actId="478"/>
          <ac:spMkLst>
            <pc:docMk/>
            <pc:sldMk cId="3731100788" sldId="2145707188"/>
            <ac:spMk id="14" creationId="{F0F9CEC2-A8A0-4031-B438-8FE83D4106AC}"/>
          </ac:spMkLst>
        </pc:spChg>
        <pc:spChg chg="add del">
          <ac:chgData name="., Kanupriya" userId="8773a1ce-0b49-481f-a53a-c718992f914f" providerId="ADAL" clId="{BD8AC720-F4DC-4235-9D0C-6B8A6244090D}" dt="2026-08-17T14:52:05.576" v="156" actId="478"/>
          <ac:spMkLst>
            <pc:docMk/>
            <pc:sldMk cId="3731100788" sldId="2145707188"/>
            <ac:spMk id="15" creationId="{55F9B483-8973-4FA1-AADB-CEC77479FBD0}"/>
          </ac:spMkLst>
        </pc:spChg>
        <pc:spChg chg="mod">
          <ac:chgData name="., Kanupriya" userId="8773a1ce-0b49-481f-a53a-c718992f914f" providerId="ADAL" clId="{BD8AC720-F4DC-4235-9D0C-6B8A6244090D}" dt="2026-08-17T14:53:21.936" v="167" actId="207"/>
          <ac:spMkLst>
            <pc:docMk/>
            <pc:sldMk cId="3731100788" sldId="2145707188"/>
            <ac:spMk id="24" creationId="{00000000-0000-0000-0000-000000000000}"/>
          </ac:spMkLst>
        </pc:spChg>
        <pc:spChg chg="del">
          <ac:chgData name="., Kanupriya" userId="8773a1ce-0b49-481f-a53a-c718992f914f" providerId="ADAL" clId="{BD8AC720-F4DC-4235-9D0C-6B8A6244090D}" dt="2026-08-17T14:52:15.076" v="157" actId="478"/>
          <ac:spMkLst>
            <pc:docMk/>
            <pc:sldMk cId="3731100788" sldId="2145707188"/>
            <ac:spMk id="61" creationId="{FDC63A44-1C99-479F-81C2-7C6FD6A81C81}"/>
          </ac:spMkLst>
        </pc:spChg>
        <pc:spChg chg="add del">
          <ac:chgData name="., Kanupriya" userId="8773a1ce-0b49-481f-a53a-c718992f914f" providerId="ADAL" clId="{BD8AC720-F4DC-4235-9D0C-6B8A6244090D}" dt="2026-08-17T14:52:05.576" v="156" actId="478"/>
          <ac:spMkLst>
            <pc:docMk/>
            <pc:sldMk cId="3731100788" sldId="2145707188"/>
            <ac:spMk id="63" creationId="{A88787EC-642E-4CC6-BF3D-D28CBADEB0B5}"/>
          </ac:spMkLst>
        </pc:spChg>
        <pc:spChg chg="mod">
          <ac:chgData name="., Kanupriya" userId="8773a1ce-0b49-481f-a53a-c718992f914f" providerId="ADAL" clId="{BD8AC720-F4DC-4235-9D0C-6B8A6244090D}" dt="2026-08-17T14:52:47.223" v="158"/>
          <ac:spMkLst>
            <pc:docMk/>
            <pc:sldMk cId="3731100788" sldId="2145707188"/>
            <ac:spMk id="67" creationId="{F674154A-9E35-47CA-47FA-989EF1DA6CA6}"/>
          </ac:spMkLst>
        </pc:spChg>
        <pc:spChg chg="mod">
          <ac:chgData name="., Kanupriya" userId="8773a1ce-0b49-481f-a53a-c718992f914f" providerId="ADAL" clId="{BD8AC720-F4DC-4235-9D0C-6B8A6244090D}" dt="2026-08-17T14:52:47.223" v="158"/>
          <ac:spMkLst>
            <pc:docMk/>
            <pc:sldMk cId="3731100788" sldId="2145707188"/>
            <ac:spMk id="69" creationId="{E35F48AF-86AA-5120-1E8B-0395158A6892}"/>
          </ac:spMkLst>
        </pc:spChg>
        <pc:spChg chg="mod">
          <ac:chgData name="., Kanupriya" userId="8773a1ce-0b49-481f-a53a-c718992f914f" providerId="ADAL" clId="{BD8AC720-F4DC-4235-9D0C-6B8A6244090D}" dt="2026-08-17T14:52:47.223" v="158"/>
          <ac:spMkLst>
            <pc:docMk/>
            <pc:sldMk cId="3731100788" sldId="2145707188"/>
            <ac:spMk id="72" creationId="{36852725-B65B-D92B-8820-A481CFE45356}"/>
          </ac:spMkLst>
        </pc:spChg>
        <pc:spChg chg="del">
          <ac:chgData name="., Kanupriya" userId="8773a1ce-0b49-481f-a53a-c718992f914f" providerId="ADAL" clId="{BD8AC720-F4DC-4235-9D0C-6B8A6244090D}" dt="2026-08-17T14:52:51.990" v="159" actId="478"/>
          <ac:spMkLst>
            <pc:docMk/>
            <pc:sldMk cId="3731100788" sldId="2145707188"/>
            <ac:spMk id="74" creationId="{9164C58B-0451-B60D-5B03-2201005254C6}"/>
          </ac:spMkLst>
        </pc:spChg>
        <pc:spChg chg="mod">
          <ac:chgData name="., Kanupriya" userId="8773a1ce-0b49-481f-a53a-c718992f914f" providerId="ADAL" clId="{BD8AC720-F4DC-4235-9D0C-6B8A6244090D}" dt="2026-08-17T14:52:47.223" v="158"/>
          <ac:spMkLst>
            <pc:docMk/>
            <pc:sldMk cId="3731100788" sldId="2145707188"/>
            <ac:spMk id="79" creationId="{66FB2310-FD27-EA3B-E9BB-4E870AF62A78}"/>
          </ac:spMkLst>
        </pc:spChg>
        <pc:spChg chg="add mod">
          <ac:chgData name="., Kanupriya" userId="8773a1ce-0b49-481f-a53a-c718992f914f" providerId="ADAL" clId="{BD8AC720-F4DC-4235-9D0C-6B8A6244090D}" dt="2026-08-17T14:52:47.223" v="158"/>
          <ac:spMkLst>
            <pc:docMk/>
            <pc:sldMk cId="3731100788" sldId="2145707188"/>
            <ac:spMk id="89" creationId="{EAC4449C-68D6-2B10-7CDB-F4555538ADB0}"/>
          </ac:spMkLst>
        </pc:spChg>
        <pc:spChg chg="mod">
          <ac:chgData name="., Kanupriya" userId="8773a1ce-0b49-481f-a53a-c718992f914f" providerId="ADAL" clId="{BD8AC720-F4DC-4235-9D0C-6B8A6244090D}" dt="2026-08-17T14:52:47.223" v="158"/>
          <ac:spMkLst>
            <pc:docMk/>
            <pc:sldMk cId="3731100788" sldId="2145707188"/>
            <ac:spMk id="94" creationId="{988A5C1E-D1B9-81C1-F032-B8F1D928DDC0}"/>
          </ac:spMkLst>
        </pc:spChg>
        <pc:spChg chg="mod">
          <ac:chgData name="., Kanupriya" userId="8773a1ce-0b49-481f-a53a-c718992f914f" providerId="ADAL" clId="{BD8AC720-F4DC-4235-9D0C-6B8A6244090D}" dt="2026-08-17T14:52:47.223" v="158"/>
          <ac:spMkLst>
            <pc:docMk/>
            <pc:sldMk cId="3731100788" sldId="2145707188"/>
            <ac:spMk id="105" creationId="{8E7BFBBE-85FA-D7EF-771D-E2E906D9EE13}"/>
          </ac:spMkLst>
        </pc:spChg>
        <pc:spChg chg="del">
          <ac:chgData name="., Kanupriya" userId="8773a1ce-0b49-481f-a53a-c718992f914f" providerId="ADAL" clId="{BD8AC720-F4DC-4235-9D0C-6B8A6244090D}" dt="2026-08-17T14:52:57.540" v="161" actId="478"/>
          <ac:spMkLst>
            <pc:docMk/>
            <pc:sldMk cId="3731100788" sldId="2145707188"/>
            <ac:spMk id="116" creationId="{7262D286-02E6-48B5-8566-77494A15BA88}"/>
          </ac:spMkLst>
        </pc:spChg>
        <pc:spChg chg="add del mod">
          <ac:chgData name="., Kanupriya" userId="8773a1ce-0b49-481f-a53a-c718992f914f" providerId="ADAL" clId="{BD8AC720-F4DC-4235-9D0C-6B8A6244090D}" dt="2026-08-17T14:53:04.689" v="163" actId="478"/>
          <ac:spMkLst>
            <pc:docMk/>
            <pc:sldMk cId="3731100788" sldId="2145707188"/>
            <ac:spMk id="117" creationId="{C1CC635A-3E42-1E5C-912F-B0912FCDB495}"/>
          </ac:spMkLst>
        </pc:spChg>
        <pc:spChg chg="del">
          <ac:chgData name="., Kanupriya" userId="8773a1ce-0b49-481f-a53a-c718992f914f" providerId="ADAL" clId="{BD8AC720-F4DC-4235-9D0C-6B8A6244090D}" dt="2026-08-17T14:53:10.821" v="165" actId="478"/>
          <ac:spMkLst>
            <pc:docMk/>
            <pc:sldMk cId="3731100788" sldId="2145707188"/>
            <ac:spMk id="118" creationId="{08D35A63-C193-6D10-8711-0D00E437CAFF}"/>
          </ac:spMkLst>
        </pc:spChg>
        <pc:grpChg chg="del">
          <ac:chgData name="., Kanupriya" userId="8773a1ce-0b49-481f-a53a-c718992f914f" providerId="ADAL" clId="{BD8AC720-F4DC-4235-9D0C-6B8A6244090D}" dt="2026-08-17T14:52:15.076" v="157" actId="478"/>
          <ac:grpSpMkLst>
            <pc:docMk/>
            <pc:sldMk cId="3731100788" sldId="2145707188"/>
            <ac:grpSpMk id="53" creationId="{DE18200F-50C9-4918-A597-09835DA74939}"/>
          </ac:grpSpMkLst>
        </pc:grpChg>
        <pc:picChg chg="add del">
          <ac:chgData name="., Kanupriya" userId="8773a1ce-0b49-481f-a53a-c718992f914f" providerId="ADAL" clId="{BD8AC720-F4DC-4235-9D0C-6B8A6244090D}" dt="2026-08-17T14:52:05.576" v="156" actId="478"/>
          <ac:picMkLst>
            <pc:docMk/>
            <pc:sldMk cId="3731100788" sldId="2145707188"/>
            <ac:picMk id="50" creationId="{39838CAF-A8A2-46A0-837E-DB9536A6055F}"/>
          </ac:picMkLst>
        </pc:picChg>
        <pc:picChg chg="add del">
          <ac:chgData name="., Kanupriya" userId="8773a1ce-0b49-481f-a53a-c718992f914f" providerId="ADAL" clId="{BD8AC720-F4DC-4235-9D0C-6B8A6244090D}" dt="2026-08-17T14:52:05.576" v="156" actId="478"/>
          <ac:picMkLst>
            <pc:docMk/>
            <pc:sldMk cId="3731100788" sldId="2145707188"/>
            <ac:picMk id="51" creationId="{901DF64A-E55A-4F48-A5FD-505F73BE26D9}"/>
          </ac:picMkLst>
        </pc:picChg>
        <pc:picChg chg="add del">
          <ac:chgData name="., Kanupriya" userId="8773a1ce-0b49-481f-a53a-c718992f914f" providerId="ADAL" clId="{BD8AC720-F4DC-4235-9D0C-6B8A6244090D}" dt="2026-08-17T14:51:28.505" v="152" actId="478"/>
          <ac:picMkLst>
            <pc:docMk/>
            <pc:sldMk cId="3731100788" sldId="2145707188"/>
            <ac:picMk id="62" creationId="{287C96A0-94C0-4374-B2C8-FB7A32B41AAC}"/>
          </ac:picMkLst>
        </pc:picChg>
        <pc:picChg chg="del">
          <ac:chgData name="., Kanupriya" userId="8773a1ce-0b49-481f-a53a-c718992f914f" providerId="ADAL" clId="{BD8AC720-F4DC-4235-9D0C-6B8A6244090D}" dt="2026-08-17T14:52:54.391" v="160" actId="478"/>
          <ac:picMkLst>
            <pc:docMk/>
            <pc:sldMk cId="3731100788" sldId="2145707188"/>
            <ac:picMk id="80" creationId="{CE7ADDAD-DCD5-11B5-1BB5-358823482EA4}"/>
          </ac:picMkLst>
        </pc:picChg>
        <pc:picChg chg="del">
          <ac:chgData name="., Kanupriya" userId="8773a1ce-0b49-481f-a53a-c718992f914f" providerId="ADAL" clId="{BD8AC720-F4DC-4235-9D0C-6B8A6244090D}" dt="2026-08-17T14:53:01.399" v="162" actId="478"/>
          <ac:picMkLst>
            <pc:docMk/>
            <pc:sldMk cId="3731100788" sldId="2145707188"/>
            <ac:picMk id="98" creationId="{BDB382B2-1DF7-C48E-D9C6-4340E7B0A116}"/>
          </ac:picMkLst>
        </pc:picChg>
        <pc:picChg chg="del">
          <ac:chgData name="., Kanupriya" userId="8773a1ce-0b49-481f-a53a-c718992f914f" providerId="ADAL" clId="{BD8AC720-F4DC-4235-9D0C-6B8A6244090D}" dt="2026-08-17T14:53:07.406" v="164" actId="478"/>
          <ac:picMkLst>
            <pc:docMk/>
            <pc:sldMk cId="3731100788" sldId="2145707188"/>
            <ac:picMk id="107" creationId="{4AFE869F-E1EA-069D-4B18-26360B930982}"/>
          </ac:picMkLst>
        </pc:picChg>
        <pc:picChg chg="del">
          <ac:chgData name="., Kanupriya" userId="8773a1ce-0b49-481f-a53a-c718992f914f" providerId="ADAL" clId="{BD8AC720-F4DC-4235-9D0C-6B8A6244090D}" dt="2026-08-17T14:53:13.090" v="166" actId="478"/>
          <ac:picMkLst>
            <pc:docMk/>
            <pc:sldMk cId="3731100788" sldId="2145707188"/>
            <ac:picMk id="115" creationId="{EA4CFF84-849F-6AB0-45FB-BC75349D5564}"/>
          </ac:picMkLst>
        </pc:picChg>
      </pc:sldChg>
      <pc:sldChg chg="modSp del mod">
        <pc:chgData name="., Kanupriya" userId="8773a1ce-0b49-481f-a53a-c718992f914f" providerId="ADAL" clId="{BD8AC720-F4DC-4235-9D0C-6B8A6244090D}" dt="2026-08-17T14:51:00.936" v="148" actId="2696"/>
        <pc:sldMkLst>
          <pc:docMk/>
          <pc:sldMk cId="2901806289" sldId="2145707196"/>
        </pc:sldMkLst>
        <pc:spChg chg="mod">
          <ac:chgData name="., Kanupriya" userId="8773a1ce-0b49-481f-a53a-c718992f914f" providerId="ADAL" clId="{BD8AC720-F4DC-4235-9D0C-6B8A6244090D}" dt="2026-08-17T14:50:38.826" v="147" actId="207"/>
          <ac:spMkLst>
            <pc:docMk/>
            <pc:sldMk cId="2901806289" sldId="2145707196"/>
            <ac:spMk id="3" creationId="{D9AC0EC1-93FA-131A-D9B1-578AE0E46BC3}"/>
          </ac:spMkLst>
        </pc:spChg>
      </pc:sldChg>
      <pc:sldChg chg="modSp mod">
        <pc:chgData name="., Kanupriya" userId="8773a1ce-0b49-481f-a53a-c718992f914f" providerId="ADAL" clId="{BD8AC720-F4DC-4235-9D0C-6B8A6244090D}" dt="2026-08-06T06:40:14.324" v="43" actId="6549"/>
        <pc:sldMkLst>
          <pc:docMk/>
          <pc:sldMk cId="2645159858" sldId="2146846573"/>
        </pc:sldMkLst>
        <pc:spChg chg="mod">
          <ac:chgData name="., Kanupriya" userId="8773a1ce-0b49-481f-a53a-c718992f914f" providerId="ADAL" clId="{BD8AC720-F4DC-4235-9D0C-6B8A6244090D}" dt="2026-08-06T06:40:14.324" v="43" actId="6549"/>
          <ac:spMkLst>
            <pc:docMk/>
            <pc:sldMk cId="2645159858" sldId="2146846573"/>
            <ac:spMk id="5" creationId="{2E4540D9-BD33-7D8E-1B81-FA99A1C1A0AA}"/>
          </ac:spMkLst>
        </pc:spChg>
      </pc:sldChg>
      <pc:sldChg chg="addSp delSp modSp mod">
        <pc:chgData name="., Kanupriya" userId="8773a1ce-0b49-481f-a53a-c718992f914f" providerId="ADAL" clId="{BD8AC720-F4DC-4235-9D0C-6B8A6244090D}" dt="2026-08-06T06:50:10.010" v="144" actId="20577"/>
        <pc:sldMkLst>
          <pc:docMk/>
          <pc:sldMk cId="0" sldId="2146846575"/>
        </pc:sldMkLst>
        <pc:spChg chg="mod">
          <ac:chgData name="., Kanupriya" userId="8773a1ce-0b49-481f-a53a-c718992f914f" providerId="ADAL" clId="{BD8AC720-F4DC-4235-9D0C-6B8A6244090D}" dt="2026-08-06T06:50:10.010" v="144" actId="20577"/>
          <ac:spMkLst>
            <pc:docMk/>
            <pc:sldMk cId="0" sldId="2146846575"/>
            <ac:spMk id="4" creationId="{00000000-0000-0000-0000-000000000000}"/>
          </ac:spMkLst>
        </pc:spChg>
      </pc:sldChg>
      <pc:sldMasterChg chg="modSp mod delSldLayout">
        <pc:chgData name="., Kanupriya" userId="8773a1ce-0b49-481f-a53a-c718992f914f" providerId="ADAL" clId="{BD8AC720-F4DC-4235-9D0C-6B8A6244090D}" dt="2026-08-06T06:42:33.335" v="108" actId="47"/>
        <pc:sldMasterMkLst>
          <pc:docMk/>
          <pc:sldMasterMk cId="3408294523" sldId="2147483733"/>
        </pc:sldMasterMkLst>
        <pc:spChg chg="mod">
          <ac:chgData name="., Kanupriya" userId="8773a1ce-0b49-481f-a53a-c718992f914f" providerId="ADAL" clId="{BD8AC720-F4DC-4235-9D0C-6B8A6244090D}" dt="2026-08-06T06:39:43.387" v="41" actId="20577"/>
          <ac:spMkLst>
            <pc:docMk/>
            <pc:sldMasterMk cId="3408294523" sldId="2147483733"/>
            <ac:spMk id="10" creationId="{00000000-0000-0000-0000-000000000000}"/>
          </ac:spMkLst>
        </pc:spChg>
      </pc:sldMasterChg>
    </pc:docChg>
  </pc:docChgLst>
  <pc:docChgLst>
    <pc:chgData name="., Kanupriya" userId="S::kanupriya@sap.com::8773a1ce-0b49-481f-a53a-c718992f914f" providerId="AD" clId="Web-{C4F76F78-2CA7-C19D-14EB-CCEA24784BB0}"/>
    <pc:docChg chg="addSld">
      <pc:chgData name="., Kanupriya" userId="S::kanupriya@sap.com::8773a1ce-0b49-481f-a53a-c718992f914f" providerId="AD" clId="Web-{C4F76F78-2CA7-C19D-14EB-CCEA24784BB0}" dt="2026-08-06T06:35:12.716" v="0"/>
      <pc:docMkLst>
        <pc:docMk/>
      </pc:docMkLst>
      <pc:sldMasterChg chg="addSldLayout">
        <pc:chgData name="., Kanupriya" userId="S::kanupriya@sap.com::8773a1ce-0b49-481f-a53a-c718992f914f" providerId="AD" clId="Web-{C4F76F78-2CA7-C19D-14EB-CCEA24784BB0}" dt="2026-08-06T06:35:12.716" v="0"/>
        <pc:sldMasterMkLst>
          <pc:docMk/>
          <pc:sldMasterMk cId="3408294523" sldId="2147483733"/>
        </pc:sldMasterMkLst>
      </pc:sldMasterChg>
    </pc:docChg>
  </pc:docChgLst>
  <pc:docChgLst>
    <pc:chgData name="Gambhir, Tarun" userId="0ea26f33-b91c-4c48-bcf2-0fc0da0085de" providerId="ADAL" clId="{1860169E-10CA-49EA-9C6D-1371C7277E52}"/>
    <pc:docChg chg="addSld modSld">
      <pc:chgData name="Gambhir, Tarun" userId="0ea26f33-b91c-4c48-bcf2-0fc0da0085de" providerId="ADAL" clId="{1860169E-10CA-49EA-9C6D-1371C7277E52}" dt="2026-08-18T06:31:29.853" v="0"/>
      <pc:docMkLst>
        <pc:docMk/>
      </pc:docMkLst>
      <pc:sldChg chg="add">
        <pc:chgData name="Gambhir, Tarun" userId="0ea26f33-b91c-4c48-bcf2-0fc0da0085de" providerId="ADAL" clId="{1860169E-10CA-49EA-9C6D-1371C7277E52}" dt="2026-08-18T06:31:29.853" v="0"/>
        <pc:sldMkLst>
          <pc:docMk/>
          <pc:sldMk cId="1793639749" sldId="2147483548"/>
        </pc:sldMkLst>
      </pc:sldChg>
    </pc:docChg>
  </pc:docChgLst>
  <pc:docChgLst>
    <pc:chgData name="., Kanupriya" userId="S::kanupriya@sap.com::8773a1ce-0b49-481f-a53a-c718992f914f" providerId="AD" clId="Web-{31B61D63-8C4F-D671-EE94-E2962DE130F5}"/>
    <pc:docChg chg="modSld">
      <pc:chgData name="., Kanupriya" userId="S::kanupriya@sap.com::8773a1ce-0b49-481f-a53a-c718992f914f" providerId="AD" clId="Web-{31B61D63-8C4F-D671-EE94-E2962DE130F5}" dt="2026-08-11T03:24:08.202" v="14" actId="1076"/>
      <pc:docMkLst>
        <pc:docMk/>
      </pc:docMkLst>
      <pc:sldChg chg="modSp">
        <pc:chgData name="., Kanupriya" userId="S::kanupriya@sap.com::8773a1ce-0b49-481f-a53a-c718992f914f" providerId="AD" clId="Web-{31B61D63-8C4F-D671-EE94-E2962DE130F5}" dt="2026-08-11T03:20:24.446" v="4" actId="20577"/>
        <pc:sldMkLst>
          <pc:docMk/>
          <pc:sldMk cId="2645159858" sldId="2146846573"/>
        </pc:sldMkLst>
        <pc:spChg chg="mod">
          <ac:chgData name="., Kanupriya" userId="S::kanupriya@sap.com::8773a1ce-0b49-481f-a53a-c718992f914f" providerId="AD" clId="Web-{31B61D63-8C4F-D671-EE94-E2962DE130F5}" dt="2026-08-11T03:20:24.446" v="4" actId="20577"/>
          <ac:spMkLst>
            <pc:docMk/>
            <pc:sldMk cId="2645159858" sldId="2146846573"/>
            <ac:spMk id="5" creationId="{2E4540D9-BD33-7D8E-1B81-FA99A1C1A0AA}"/>
          </ac:spMkLst>
        </pc:spChg>
      </pc:sldChg>
      <pc:sldChg chg="delSp modSp">
        <pc:chgData name="., Kanupriya" userId="S::kanupriya@sap.com::8773a1ce-0b49-481f-a53a-c718992f914f" providerId="AD" clId="Web-{31B61D63-8C4F-D671-EE94-E2962DE130F5}" dt="2026-08-11T03:24:08.202" v="14" actId="1076"/>
        <pc:sldMkLst>
          <pc:docMk/>
          <pc:sldMk cId="0" sldId="2146846575"/>
        </pc:sldMkLst>
        <pc:spChg chg="mod">
          <ac:chgData name="., Kanupriya" userId="S::kanupriya@sap.com::8773a1ce-0b49-481f-a53a-c718992f914f" providerId="AD" clId="Web-{31B61D63-8C4F-D671-EE94-E2962DE130F5}" dt="2026-08-11T03:23:55.640" v="12" actId="14100"/>
          <ac:spMkLst>
            <pc:docMk/>
            <pc:sldMk cId="0" sldId="2146846575"/>
            <ac:spMk id="3" creationId="{00000000-0000-0000-0000-000000000000}"/>
          </ac:spMkLst>
        </pc:spChg>
        <pc:spChg chg="mod">
          <ac:chgData name="., Kanupriya" userId="S::kanupriya@sap.com::8773a1ce-0b49-481f-a53a-c718992f914f" providerId="AD" clId="Web-{31B61D63-8C4F-D671-EE94-E2962DE130F5}" dt="2026-08-11T03:24:08.202" v="14" actId="1076"/>
          <ac:spMkLst>
            <pc:docMk/>
            <pc:sldMk cId="0" sldId="2146846575"/>
            <ac:spMk id="4" creationId="{00000000-0000-0000-0000-000000000000}"/>
          </ac:spMkLst>
        </pc:spChg>
      </pc:sldChg>
    </pc:docChg>
  </pc:docChgLst>
  <pc:docChgLst>
    <pc:chgData name="., Kanupriya" userId="S::kanupriya@sap.com::8773a1ce-0b49-481f-a53a-c718992f914f" providerId="AD" clId="Web-{65EE1A0C-AC90-3638-1213-4BFE7B005F13}"/>
    <pc:docChg chg="addSld delSld modSld">
      <pc:chgData name="., Kanupriya" userId="S::kanupriya@sap.com::8773a1ce-0b49-481f-a53a-c718992f914f" providerId="AD" clId="Web-{65EE1A0C-AC90-3638-1213-4BFE7B005F13}" dt="2026-08-17T14:49:30.541" v="27"/>
      <pc:docMkLst>
        <pc:docMk/>
      </pc:docMkLst>
      <pc:sldChg chg="del">
        <pc:chgData name="., Kanupriya" userId="S::kanupriya@sap.com::8773a1ce-0b49-481f-a53a-c718992f914f" providerId="AD" clId="Web-{65EE1A0C-AC90-3638-1213-4BFE7B005F13}" dt="2026-08-17T14:47:43.225" v="0"/>
        <pc:sldMkLst>
          <pc:docMk/>
          <pc:sldMk cId="3731100788" sldId="2145707188"/>
        </pc:sldMkLst>
      </pc:sldChg>
      <pc:sldChg chg="addSp delSp modSp add">
        <pc:chgData name="., Kanupriya" userId="S::kanupriya@sap.com::8773a1ce-0b49-481f-a53a-c718992f914f" providerId="AD" clId="Web-{65EE1A0C-AC90-3638-1213-4BFE7B005F13}" dt="2026-08-17T14:49:30.541" v="27"/>
        <pc:sldMkLst>
          <pc:docMk/>
          <pc:sldMk cId="2901806289" sldId="2145707196"/>
        </pc:sldMkLst>
        <pc:spChg chg="add mod">
          <ac:chgData name="., Kanupriya" userId="S::kanupriya@sap.com::8773a1ce-0b49-481f-a53a-c718992f914f" providerId="AD" clId="Web-{65EE1A0C-AC90-3638-1213-4BFE7B005F13}" dt="2026-08-17T14:49:30.541" v="27"/>
          <ac:spMkLst>
            <pc:docMk/>
            <pc:sldMk cId="2901806289" sldId="2145707196"/>
            <ac:spMk id="3" creationId="{D9AC0EC1-93FA-131A-D9B1-578AE0E46BC3}"/>
          </ac:spMkLst>
        </pc:spChg>
        <pc:spChg chg="add del mod">
          <ac:chgData name="., Kanupriya" userId="S::kanupriya@sap.com::8773a1ce-0b49-481f-a53a-c718992f914f" providerId="AD" clId="Web-{65EE1A0C-AC90-3638-1213-4BFE7B005F13}" dt="2026-08-17T14:49:04.555" v="9"/>
          <ac:spMkLst>
            <pc:docMk/>
            <pc:sldMk cId="2901806289" sldId="2145707196"/>
            <ac:spMk id="13" creationId="{20538429-0A46-AD4E-EDFB-B87D7D379CC3}"/>
          </ac:spMkLst>
        </pc:spChg>
        <pc:spChg chg="del mod">
          <ac:chgData name="., Kanupriya" userId="S::kanupriya@sap.com::8773a1ce-0b49-481f-a53a-c718992f914f" providerId="AD" clId="Web-{65EE1A0C-AC90-3638-1213-4BFE7B005F13}" dt="2026-08-17T14:48:55.133" v="6"/>
          <ac:spMkLst>
            <pc:docMk/>
            <pc:sldMk cId="2901806289" sldId="2145707196"/>
            <ac:spMk id="24" creationId="{00000000-0000-0000-0000-000000000000}"/>
          </ac:spMkLst>
        </pc:spChg>
      </pc:sldChg>
    </pc:docChg>
  </pc:docChgLst>
  <pc:docChgLst>
    <pc:chgData name="., Kanupriya" userId="S::kanupriya@sap.com::8773a1ce-0b49-481f-a53a-c718992f914f" providerId="AD" clId="Web-{A66C1899-7E56-86B9-2733-416A2316D8A1}"/>
    <pc:docChg chg="delSld modSld">
      <pc:chgData name="., Kanupriya" userId="S::kanupriya@sap.com::8773a1ce-0b49-481f-a53a-c718992f914f" providerId="AD" clId="Web-{A66C1899-7E56-86B9-2733-416A2316D8A1}" dt="2026-08-18T13:36:32.274" v="43" actId="1076"/>
      <pc:docMkLst>
        <pc:docMk/>
      </pc:docMkLst>
      <pc:sldChg chg="addSp delSp modSp">
        <pc:chgData name="., Kanupriya" userId="S::kanupriya@sap.com::8773a1ce-0b49-481f-a53a-c718992f914f" providerId="AD" clId="Web-{A66C1899-7E56-86B9-2733-416A2316D8A1}" dt="2026-08-18T06:32:51.999" v="6" actId="1076"/>
        <pc:sldMkLst>
          <pc:docMk/>
          <pc:sldMk cId="0" sldId="2146846575"/>
        </pc:sldMkLst>
        <pc:spChg chg="add mod">
          <ac:chgData name="., Kanupriya" userId="S::kanupriya@sap.com::8773a1ce-0b49-481f-a53a-c718992f914f" providerId="AD" clId="Web-{A66C1899-7E56-86B9-2733-416A2316D8A1}" dt="2026-08-18T06:32:51.999" v="6" actId="1076"/>
          <ac:spMkLst>
            <pc:docMk/>
            <pc:sldMk cId="0" sldId="2146846575"/>
            <ac:spMk id="11" creationId="{3D268B38-CD1D-515E-58BE-1EC5ED10EDDD}"/>
          </ac:spMkLst>
        </pc:spChg>
        <pc:picChg chg="add mod">
          <ac:chgData name="., Kanupriya" userId="S::kanupriya@sap.com::8773a1ce-0b49-481f-a53a-c718992f914f" providerId="AD" clId="Web-{A66C1899-7E56-86B9-2733-416A2316D8A1}" dt="2026-08-18T06:32:38.311" v="2" actId="1076"/>
          <ac:picMkLst>
            <pc:docMk/>
            <pc:sldMk cId="0" sldId="2146846575"/>
            <ac:picMk id="6" creationId="{BE9781BD-3FBB-0A3C-DBC9-4A9DCE648240}"/>
          </ac:picMkLst>
        </pc:picChg>
        <pc:picChg chg="add del">
          <ac:chgData name="., Kanupriya" userId="S::kanupriya@sap.com::8773a1ce-0b49-481f-a53a-c718992f914f" providerId="AD" clId="Web-{A66C1899-7E56-86B9-2733-416A2316D8A1}" dt="2026-08-18T06:32:42.030" v="4"/>
          <ac:picMkLst>
            <pc:docMk/>
            <pc:sldMk cId="0" sldId="2146846575"/>
            <ac:picMk id="8" creationId="{C6154773-7AE6-EDF1-0623-BD05ABC00D06}"/>
          </ac:picMkLst>
        </pc:picChg>
      </pc:sldChg>
      <pc:sldChg chg="modSp">
        <pc:chgData name="., Kanupriya" userId="S::kanupriya@sap.com::8773a1ce-0b49-481f-a53a-c718992f914f" providerId="AD" clId="Web-{A66C1899-7E56-86B9-2733-416A2316D8A1}" dt="2026-08-18T13:36:32.274" v="43" actId="1076"/>
        <pc:sldMkLst>
          <pc:docMk/>
          <pc:sldMk cId="3139722019" sldId="2147483261"/>
        </pc:sldMkLst>
        <pc:spChg chg="mod">
          <ac:chgData name="., Kanupriya" userId="S::kanupriya@sap.com::8773a1ce-0b49-481f-a53a-c718992f914f" providerId="AD" clId="Web-{A66C1899-7E56-86B9-2733-416A2316D8A1}" dt="2026-08-18T13:36:32.274" v="43" actId="1076"/>
          <ac:spMkLst>
            <pc:docMk/>
            <pc:sldMk cId="3139722019" sldId="2147483261"/>
            <ac:spMk id="5" creationId="{078F90EC-2703-B0F7-53EE-C7994E118A93}"/>
          </ac:spMkLst>
        </pc:spChg>
        <pc:graphicFrameChg chg="mod modGraphic">
          <ac:chgData name="., Kanupriya" userId="S::kanupriya@sap.com::8773a1ce-0b49-481f-a53a-c718992f914f" providerId="AD" clId="Web-{A66C1899-7E56-86B9-2733-416A2316D8A1}" dt="2026-08-18T13:36:26.336" v="42" actId="1076"/>
          <ac:graphicFrameMkLst>
            <pc:docMk/>
            <pc:sldMk cId="3139722019" sldId="2147483261"/>
            <ac:graphicFrameMk id="6" creationId="{51F8F200-88FA-A3A5-5F4A-A9970A76B6C5}"/>
          </ac:graphicFrameMkLst>
        </pc:graphicFrameChg>
        <pc:graphicFrameChg chg="mod modGraphic">
          <ac:chgData name="., Kanupriya" userId="S::kanupriya@sap.com::8773a1ce-0b49-481f-a53a-c718992f914f" providerId="AD" clId="Web-{A66C1899-7E56-86B9-2733-416A2316D8A1}" dt="2026-08-18T13:35:43.551" v="23"/>
          <ac:graphicFrameMkLst>
            <pc:docMk/>
            <pc:sldMk cId="3139722019" sldId="2147483261"/>
            <ac:graphicFrameMk id="15" creationId="{410D8A31-5D82-9844-5AEE-C650D28987D4}"/>
          </ac:graphicFrameMkLst>
        </pc:graphicFrameChg>
      </pc:sldChg>
      <pc:sldChg chg="del">
        <pc:chgData name="., Kanupriya" userId="S::kanupriya@sap.com::8773a1ce-0b49-481f-a53a-c718992f914f" providerId="AD" clId="Web-{A66C1899-7E56-86B9-2733-416A2316D8A1}" dt="2026-08-18T13:34:04.979" v="7"/>
        <pc:sldMkLst>
          <pc:docMk/>
          <pc:sldMk cId="1793639749" sldId="2147483548"/>
        </pc:sldMkLst>
      </pc:sldChg>
    </pc:docChg>
  </pc:docChgLst>
</pc:chgInfo>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ObjPivots!$B$24</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ObjPivots!$A$25:$A$44</c:f>
              <c:strCache>
                <c:ptCount val="11"/>
                <c:pt idx="0">
                  <c:v>Class (CLAS)</c:v>
                </c:pt>
                <c:pt idx="1">
                  <c:v>Program (PROG)</c:v>
                </c:pt>
                <c:pt idx="2">
                  <c:v>Function Group (FUGR)</c:v>
                </c:pt>
                <c:pt idx="3">
                  <c:v>Table (TABL)</c:v>
                </c:pt>
                <c:pt idx="4">
                  <c:v>Interface (ABAP Objects) (INTF)</c:v>
                </c:pt>
                <c:pt idx="5">
                  <c:v>Interface Extension (IEXT)</c:v>
                </c:pt>
                <c:pt idx="6">
                  <c:v>Function Group with Customer Include: SAP Part (FUGS)</c:v>
                </c:pt>
                <c:pt idx="7">
                  <c:v>Table Type (TTYP)</c:v>
                </c:pt>
                <c:pt idx="8">
                  <c:v>Enhancement Implementation (ENHO)</c:v>
                </c:pt>
                <c:pt idx="9">
                  <c:v>Data Element (DTEL)</c:v>
                </c:pt>
                <c:pt idx="10">
                  <c:v>Adobe Form (SFPF)</c:v>
                </c:pt>
              </c:strCache>
            </c:strRef>
          </c:cat>
          <c:val>
            <c:numRef>
              <c:f>ObjPivots!$B$25:$B$44</c:f>
              <c:numCache>
                <c:formatCode>General</c:formatCode>
                <c:ptCount val="11"/>
                <c:pt idx="0">
                  <c:v>188</c:v>
                </c:pt>
                <c:pt idx="1">
                  <c:v>99</c:v>
                </c:pt>
                <c:pt idx="2">
                  <c:v>71</c:v>
                </c:pt>
                <c:pt idx="3">
                  <c:v>11</c:v>
                </c:pt>
                <c:pt idx="4">
                  <c:v>4</c:v>
                </c:pt>
                <c:pt idx="5">
                  <c:v>3</c:v>
                </c:pt>
                <c:pt idx="6">
                  <c:v>2</c:v>
                </c:pt>
                <c:pt idx="7">
                  <c:v>2</c:v>
                </c:pt>
                <c:pt idx="8">
                  <c:v>2</c:v>
                </c:pt>
                <c:pt idx="9">
                  <c:v>2</c:v>
                </c:pt>
                <c:pt idx="10">
                  <c:v>1</c:v>
                </c:pt>
              </c:numCache>
            </c:numRef>
          </c:val>
          <c:extLst>
            <c:ext xmlns:c16="http://schemas.microsoft.com/office/drawing/2014/chart" uri="{C3380CC4-5D6E-409C-BE32-E72D297353CC}">
              <c16:uniqueId val="{00000000-2730-45AE-B237-7A6BCE373FB3}"/>
            </c:ext>
          </c:extLst>
        </c:ser>
        <c:dLbls>
          <c:showLegendKey val="0"/>
          <c:showVal val="1"/>
          <c:showCatName val="0"/>
          <c:showSerName val="0"/>
          <c:showPercent val="0"/>
          <c:showBubbleSize val="0"/>
        </c:dLbls>
        <c:gapWidth val="150"/>
        <c:shape val="box"/>
        <c:axId val="1877097856"/>
        <c:axId val="1877114496"/>
        <c:axId val="0"/>
      </c:bar3DChart>
      <c:catAx>
        <c:axId val="187709785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7114496"/>
        <c:crosses val="autoZero"/>
        <c:auto val="1"/>
        <c:lblAlgn val="ctr"/>
        <c:lblOffset val="100"/>
        <c:noMultiLvlLbl val="0"/>
      </c:catAx>
      <c:valAx>
        <c:axId val="187711449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70978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chemeClr val="accent1"/>
          </a:solidFill>
          <a:ln>
            <a:noFill/>
          </a:ln>
          <a:effectLst/>
          <a:sp3d/>
        </c:spPr>
        <c:marker>
          <c:symbol val="none"/>
        </c:marker>
        <c:dLbl>
          <c:idx val="0"/>
          <c:numFmt formatCode="General"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a:sp3d/>
        </c:spPr>
      </c:pivotFmt>
      <c:pivotFmt>
        <c:idx val="2"/>
        <c:spPr>
          <a:solidFill>
            <a:srgbClr val="FF0000"/>
          </a:solidFill>
          <a:ln>
            <a:noFill/>
          </a:ln>
          <a:effectLst/>
          <a:sp3d/>
        </c:spPr>
      </c:pivotFmt>
      <c:pivotFmt>
        <c:idx val="3"/>
        <c:spPr>
          <a:solidFill>
            <a:srgbClr val="FFFF00"/>
          </a:solidFill>
          <a:ln>
            <a:noFill/>
          </a:ln>
          <a:effectLst/>
          <a:sp3d/>
        </c:spPr>
      </c:pivotFmt>
      <c:pivotFmt>
        <c:idx val="4"/>
        <c:spPr>
          <a:solidFill>
            <a:srgbClr val="92D050"/>
          </a:solidFill>
          <a:ln>
            <a:noFill/>
          </a:ln>
          <a:effectLst/>
          <a:sp3d/>
        </c:spPr>
      </c:pivotFmt>
      <c:pivotFmt>
        <c:idx val="5"/>
        <c:spPr>
          <a:solidFill>
            <a:srgbClr val="FF0000"/>
          </a:solidFill>
          <a:ln>
            <a:noFill/>
          </a:ln>
          <a:effectLst/>
          <a:sp3d/>
        </c:spPr>
      </c:pivotFmt>
      <c:pivotFmt>
        <c:idx val="6"/>
        <c:spPr>
          <a:solidFill>
            <a:srgbClr val="FF0000"/>
          </a:solidFill>
          <a:ln>
            <a:noFill/>
          </a:ln>
          <a:effectLst/>
          <a:sp3d/>
        </c:spPr>
      </c:pivotFmt>
      <c:pivotFmt>
        <c:idx val="7"/>
        <c:spPr>
          <a:solidFill>
            <a:schemeClr val="accent1"/>
          </a:solidFill>
          <a:ln>
            <a:noFill/>
          </a:ln>
          <a:effectLst/>
          <a:sp3d/>
        </c:spPr>
        <c:marker>
          <c:symbol val="none"/>
        </c:marker>
        <c:dLbl>
          <c:idx val="0"/>
          <c:numFmt formatCode="General"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a:noFill/>
          </a:ln>
          <a:effectLst/>
          <a:sp3d/>
        </c:spPr>
      </c:pivotFmt>
      <c:pivotFmt>
        <c:idx val="9"/>
        <c:spPr>
          <a:solidFill>
            <a:schemeClr val="accent1"/>
          </a:solidFill>
          <a:ln>
            <a:noFill/>
          </a:ln>
          <a:effectLst/>
          <a:sp3d/>
        </c:spPr>
        <c:marker>
          <c:symbol val="none"/>
        </c:marker>
        <c:dLbl>
          <c:idx val="0"/>
          <c:numFmt formatCode="General"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numFmt formatCode="General"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ObjPivots!$B$3</c:f>
              <c:strCache>
                <c:ptCount val="1"/>
                <c:pt idx="0">
                  <c:v>Total</c:v>
                </c:pt>
              </c:strCache>
            </c:strRef>
          </c:tx>
          <c:spPr>
            <a:solidFill>
              <a:srgbClr val="FF0000"/>
            </a:solidFill>
            <a:ln>
              <a:noFill/>
            </a:ln>
            <a:effectLst/>
            <a:sp3d/>
          </c:spPr>
          <c:invertIfNegative val="0"/>
          <c:dPt>
            <c:idx val="0"/>
            <c:invertIfNegative val="0"/>
            <c:bubble3D val="0"/>
            <c:spPr>
              <a:solidFill>
                <a:srgbClr val="FF0000"/>
              </a:solidFill>
              <a:ln>
                <a:noFill/>
              </a:ln>
              <a:effectLst/>
              <a:sp3d/>
            </c:spPr>
            <c:extLst>
              <c:ext xmlns:c16="http://schemas.microsoft.com/office/drawing/2014/chart" uri="{C3380CC4-5D6E-409C-BE32-E72D297353CC}">
                <c16:uniqueId val="{00000001-D424-41B5-8E31-77DD80A5BB67}"/>
              </c:ext>
            </c:extLst>
          </c:dPt>
          <c:dPt>
            <c:idx val="1"/>
            <c:invertIfNegative val="0"/>
            <c:bubble3D val="0"/>
            <c:spPr>
              <a:solidFill>
                <a:srgbClr val="FF0000"/>
              </a:solidFill>
              <a:ln>
                <a:noFill/>
              </a:ln>
              <a:effectLst/>
              <a:sp3d/>
            </c:spPr>
            <c:extLst>
              <c:ext xmlns:c16="http://schemas.microsoft.com/office/drawing/2014/chart" uri="{C3380CC4-5D6E-409C-BE32-E72D297353CC}">
                <c16:uniqueId val="{00000003-D424-41B5-8E31-77DD80A5BB67}"/>
              </c:ext>
            </c:extLst>
          </c:dPt>
          <c:dPt>
            <c:idx val="2"/>
            <c:invertIfNegative val="0"/>
            <c:bubble3D val="0"/>
            <c:spPr>
              <a:solidFill>
                <a:srgbClr val="FF0000"/>
              </a:solidFill>
              <a:ln>
                <a:noFill/>
              </a:ln>
              <a:effectLst/>
              <a:sp3d/>
            </c:spPr>
            <c:extLst>
              <c:ext xmlns:c16="http://schemas.microsoft.com/office/drawing/2014/chart" uri="{C3380CC4-5D6E-409C-BE32-E72D297353CC}">
                <c16:uniqueId val="{00000005-D424-41B5-8E31-77DD80A5BB67}"/>
              </c:ext>
            </c:extLst>
          </c:dPt>
          <c:dPt>
            <c:idx val="3"/>
            <c:invertIfNegative val="0"/>
            <c:bubble3D val="0"/>
            <c:spPr>
              <a:solidFill>
                <a:srgbClr val="FF0000"/>
              </a:solidFill>
              <a:ln>
                <a:noFill/>
              </a:ln>
              <a:effectLst/>
              <a:sp3d/>
            </c:spPr>
            <c:extLst>
              <c:ext xmlns:c16="http://schemas.microsoft.com/office/drawing/2014/chart" uri="{C3380CC4-5D6E-409C-BE32-E72D297353CC}">
                <c16:uniqueId val="{00000007-D424-41B5-8E31-77DD80A5BB67}"/>
              </c:ext>
            </c:extLst>
          </c:dPt>
          <c:dPt>
            <c:idx val="4"/>
            <c:invertIfNegative val="0"/>
            <c:bubble3D val="0"/>
            <c:spPr>
              <a:solidFill>
                <a:srgbClr val="92D050"/>
              </a:solidFill>
              <a:ln>
                <a:noFill/>
              </a:ln>
              <a:effectLst/>
              <a:sp3d/>
            </c:spPr>
            <c:extLst>
              <c:ext xmlns:c16="http://schemas.microsoft.com/office/drawing/2014/chart" uri="{C3380CC4-5D6E-409C-BE32-E72D297353CC}">
                <c16:uniqueId val="{00000009-D424-41B5-8E31-77DD80A5BB67}"/>
              </c:ext>
            </c:extLst>
          </c:dPt>
          <c:dPt>
            <c:idx val="5"/>
            <c:invertIfNegative val="0"/>
            <c:bubble3D val="0"/>
            <c:spPr>
              <a:solidFill>
                <a:srgbClr val="FFFF00"/>
              </a:solidFill>
              <a:ln>
                <a:noFill/>
              </a:ln>
              <a:effectLst/>
              <a:sp3d/>
            </c:spPr>
            <c:extLst>
              <c:ext xmlns:c16="http://schemas.microsoft.com/office/drawing/2014/chart" uri="{C3380CC4-5D6E-409C-BE32-E72D297353CC}">
                <c16:uniqueId val="{0000000B-D424-41B5-8E31-77DD80A5BB67}"/>
              </c:ext>
            </c:extLst>
          </c:dPt>
          <c:dPt>
            <c:idx val="6"/>
            <c:invertIfNegative val="0"/>
            <c:bubble3D val="0"/>
            <c:spPr>
              <a:solidFill>
                <a:srgbClr val="FF0000"/>
              </a:solidFill>
              <a:ln>
                <a:noFill/>
              </a:ln>
              <a:effectLst/>
              <a:sp3d/>
            </c:spPr>
            <c:extLst>
              <c:ext xmlns:c16="http://schemas.microsoft.com/office/drawing/2014/chart" uri="{C3380CC4-5D6E-409C-BE32-E72D297353CC}">
                <c16:uniqueId val="{0000000D-D424-41B5-8E31-77DD80A5BB67}"/>
              </c:ext>
            </c:extLst>
          </c:dPt>
          <c:dPt>
            <c:idx val="7"/>
            <c:invertIfNegative val="0"/>
            <c:bubble3D val="0"/>
            <c:spPr>
              <a:solidFill>
                <a:srgbClr val="FF0000"/>
              </a:solidFill>
              <a:ln>
                <a:noFill/>
              </a:ln>
              <a:effectLst/>
              <a:sp3d/>
            </c:spPr>
            <c:extLst>
              <c:ext xmlns:c16="http://schemas.microsoft.com/office/drawing/2014/chart" uri="{C3380CC4-5D6E-409C-BE32-E72D297353CC}">
                <c16:uniqueId val="{0000000F-D424-41B5-8E31-77DD80A5BB67}"/>
              </c:ext>
            </c:extLst>
          </c:dPt>
          <c:dPt>
            <c:idx val="8"/>
            <c:invertIfNegative val="0"/>
            <c:bubble3D val="0"/>
            <c:spPr>
              <a:solidFill>
                <a:srgbClr val="FF0000"/>
              </a:solidFill>
              <a:ln>
                <a:noFill/>
              </a:ln>
              <a:effectLst/>
              <a:sp3d/>
            </c:spPr>
            <c:extLst>
              <c:ext xmlns:c16="http://schemas.microsoft.com/office/drawing/2014/chart" uri="{C3380CC4-5D6E-409C-BE32-E72D297353CC}">
                <c16:uniqueId val="{00000011-D424-41B5-8E31-77DD80A5BB67}"/>
              </c:ext>
            </c:extLst>
          </c:dPt>
          <c:dPt>
            <c:idx val="9"/>
            <c:invertIfNegative val="0"/>
            <c:bubble3D val="0"/>
            <c:spPr>
              <a:solidFill>
                <a:srgbClr val="FF0000"/>
              </a:solidFill>
              <a:ln>
                <a:noFill/>
              </a:ln>
              <a:effectLst/>
              <a:sp3d/>
            </c:spPr>
            <c:extLst>
              <c:ext xmlns:c16="http://schemas.microsoft.com/office/drawing/2014/chart" uri="{C3380CC4-5D6E-409C-BE32-E72D297353CC}">
                <c16:uniqueId val="{00000013-D424-41B5-8E31-77DD80A5BB67}"/>
              </c:ext>
            </c:extLst>
          </c:dPt>
          <c:dLbls>
            <c:numFmt formatCode="General"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ObjPivots!$A$4:$A$13</c:f>
              <c:strCache>
                <c:ptCount val="10"/>
                <c:pt idx="0">
                  <c:v>Syntax Error, Clone &amp; Fit Gap</c:v>
                </c:pt>
                <c:pt idx="1">
                  <c:v>Syntax Error &amp; Clone</c:v>
                </c:pt>
                <c:pt idx="2">
                  <c:v>Syntax Error &amp; Fit Gap</c:v>
                </c:pt>
                <c:pt idx="3">
                  <c:v>Syntax Error</c:v>
                </c:pt>
                <c:pt idx="4">
                  <c:v>Remediation Scope</c:v>
                </c:pt>
                <c:pt idx="5">
                  <c:v>No Remediation Required</c:v>
                </c:pt>
                <c:pt idx="6">
                  <c:v>Fit Gap</c:v>
                </c:pt>
                <c:pt idx="7">
                  <c:v>Clone &amp; Fit Gap</c:v>
                </c:pt>
                <c:pt idx="8">
                  <c:v>Clone</c:v>
                </c:pt>
                <c:pt idx="9">
                  <c:v>3rd Party Obj</c:v>
                </c:pt>
              </c:strCache>
            </c:strRef>
          </c:cat>
          <c:val>
            <c:numRef>
              <c:f>ObjPivots!$B$4:$B$13</c:f>
              <c:numCache>
                <c:formatCode>General</c:formatCode>
                <c:ptCount val="10"/>
                <c:pt idx="0">
                  <c:v>0</c:v>
                </c:pt>
                <c:pt idx="1">
                  <c:v>0</c:v>
                </c:pt>
                <c:pt idx="2">
                  <c:v>79</c:v>
                </c:pt>
                <c:pt idx="3">
                  <c:v>0</c:v>
                </c:pt>
                <c:pt idx="4">
                  <c:v>177</c:v>
                </c:pt>
                <c:pt idx="5">
                  <c:v>136</c:v>
                </c:pt>
                <c:pt idx="6">
                  <c:v>41</c:v>
                </c:pt>
                <c:pt idx="7">
                  <c:v>0</c:v>
                </c:pt>
                <c:pt idx="8">
                  <c:v>4</c:v>
                </c:pt>
                <c:pt idx="9">
                  <c:v>0</c:v>
                </c:pt>
              </c:numCache>
            </c:numRef>
          </c:val>
          <c:extLst>
            <c:ext xmlns:c16="http://schemas.microsoft.com/office/drawing/2014/chart" uri="{C3380CC4-5D6E-409C-BE32-E72D297353CC}">
              <c16:uniqueId val="{00000008-A870-49C2-9ACF-B51B3D21FD31}"/>
            </c:ext>
          </c:extLst>
        </c:ser>
        <c:dLbls>
          <c:showLegendKey val="0"/>
          <c:showVal val="1"/>
          <c:showCatName val="0"/>
          <c:showSerName val="0"/>
          <c:showPercent val="0"/>
          <c:showBubbleSize val="0"/>
        </c:dLbls>
        <c:gapWidth val="150"/>
        <c:shape val="box"/>
        <c:axId val="1373414848"/>
        <c:axId val="1373424416"/>
        <c:axId val="0"/>
      </c:bar3DChart>
      <c:catAx>
        <c:axId val="137341484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3424416"/>
        <c:crosses val="autoZero"/>
        <c:auto val="1"/>
        <c:lblAlgn val="ctr"/>
        <c:lblOffset val="100"/>
        <c:noMultiLvlLbl val="0"/>
      </c:catAx>
      <c:valAx>
        <c:axId val="137342441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34148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dLbl>
          <c:idx val="0"/>
          <c:layout>
            <c:manualLayout>
              <c:x val="7.1530758226036146E-3"/>
              <c:y val="-6.301824212271975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dLbl>
          <c:idx val="0"/>
          <c:layout>
            <c:manualLayout>
              <c:x val="8.5836909871244635E-3"/>
              <c:y val="-7.296849087893864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dLbl>
          <c:idx val="0"/>
          <c:layout>
            <c:manualLayout>
              <c:x val="5.7224606580829236E-3"/>
              <c:y val="-8.955223880597026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dLbl>
          <c:idx val="0"/>
          <c:layout>
            <c:manualLayout>
              <c:x val="5.7224606580829236E-3"/>
              <c:y val="-8.955223880597026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dLbl>
          <c:idx val="0"/>
          <c:layout>
            <c:manualLayout>
              <c:x val="8.5836909871244635E-3"/>
              <c:y val="-7.296849087893864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dLbl>
          <c:idx val="0"/>
          <c:layout>
            <c:manualLayout>
              <c:x val="7.1530758226036146E-3"/>
              <c:y val="-6.301824212271975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dLbl>
          <c:idx val="0"/>
          <c:layout>
            <c:manualLayout>
              <c:x val="5.7224606580829236E-3"/>
              <c:y val="-8.955223880597026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dLbl>
          <c:idx val="0"/>
          <c:layout>
            <c:manualLayout>
              <c:x val="8.5836909871244635E-3"/>
              <c:y val="-7.296849087893864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dLbl>
          <c:idx val="0"/>
          <c:layout>
            <c:manualLayout>
              <c:x val="7.1530758226036146E-3"/>
              <c:y val="-6.3018242122719753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dLbls>
          <c:showLegendKey val="0"/>
          <c:showVal val="1"/>
          <c:showCatName val="0"/>
          <c:showSerName val="0"/>
          <c:showPercent val="0"/>
          <c:showBubbleSize val="0"/>
        </c:dLbls>
        <c:gapWidth val="150"/>
        <c:shape val="box"/>
        <c:axId val="63954271"/>
        <c:axId val="63954687"/>
        <c:axId val="0"/>
      </c:bar3DChart>
      <c:catAx>
        <c:axId val="63954271"/>
        <c:scaling>
          <c:orientation val="minMax"/>
        </c:scaling>
        <c:delete val="0"/>
        <c:axPos val="b"/>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3954687"/>
        <c:crosses val="autoZero"/>
        <c:auto val="1"/>
        <c:lblAlgn val="ctr"/>
        <c:lblOffset val="100"/>
        <c:noMultiLvlLbl val="0"/>
      </c:catAx>
      <c:valAx>
        <c:axId val="63954687"/>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395427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dLbl>
          <c:idx val="0"/>
          <c:layout>
            <c:manualLayout>
              <c:x val="1.1111111111111112E-2"/>
              <c:y val="-3.703703703703712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dLbl>
          <c:idx val="0"/>
          <c:layout>
            <c:manualLayout>
              <c:x val="2.2222222222222119E-2"/>
              <c:y val="-3.703703703703705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dLbl>
          <c:idx val="0"/>
          <c:layout>
            <c:manualLayout>
              <c:x val="2.5000000000000001E-2"/>
              <c:y val="-6.01851851851852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dLbl>
          <c:idx val="0"/>
          <c:layout>
            <c:manualLayout>
              <c:x val="1.1111111111111112E-2"/>
              <c:y val="-3.703703703703712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dLbl>
          <c:idx val="0"/>
          <c:layout>
            <c:manualLayout>
              <c:x val="1.1111111111111112E-2"/>
              <c:y val="-3.703703703703712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dLbl>
          <c:idx val="0"/>
          <c:layout>
            <c:manualLayout>
              <c:x val="1.1111111111111112E-2"/>
              <c:y val="-3.703703703703712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ImpactPivot!$B$1</c:f>
              <c:strCache>
                <c:ptCount val="1"/>
                <c:pt idx="0">
                  <c:v>Total</c:v>
                </c:pt>
              </c:strCache>
            </c:strRef>
          </c:tx>
          <c:spPr>
            <a:solidFill>
              <a:schemeClr val="accent1"/>
            </a:solidFill>
            <a:ln>
              <a:noFill/>
            </a:ln>
            <a:effectLst/>
            <a:sp3d/>
          </c:spPr>
          <c:invertIfNegative val="0"/>
          <c:dPt>
            <c:idx val="0"/>
            <c:invertIfNegative val="0"/>
            <c:bubble3D val="0"/>
            <c:extLst>
              <c:ext xmlns:c16="http://schemas.microsoft.com/office/drawing/2014/chart" uri="{C3380CC4-5D6E-409C-BE32-E72D297353CC}">
                <c16:uniqueId val="{00000000-3833-4223-AC43-3DEC5857B08A}"/>
              </c:ext>
            </c:extLst>
          </c:dPt>
          <c:dPt>
            <c:idx val="1"/>
            <c:invertIfNegative val="0"/>
            <c:bubble3D val="0"/>
            <c:spPr>
              <a:solidFill>
                <a:schemeClr val="accent1"/>
              </a:solidFill>
              <a:ln>
                <a:noFill/>
              </a:ln>
              <a:effectLst/>
              <a:sp3d/>
            </c:spPr>
            <c:extLst>
              <c:ext xmlns:c16="http://schemas.microsoft.com/office/drawing/2014/chart" uri="{C3380CC4-5D6E-409C-BE32-E72D297353CC}">
                <c16:uniqueId val="{00000002-3833-4223-AC43-3DEC5857B08A}"/>
              </c:ext>
            </c:extLst>
          </c:dPt>
          <c:dPt>
            <c:idx val="2"/>
            <c:invertIfNegative val="0"/>
            <c:bubble3D val="0"/>
            <c:extLst>
              <c:ext xmlns:c16="http://schemas.microsoft.com/office/drawing/2014/chart" uri="{C3380CC4-5D6E-409C-BE32-E72D297353CC}">
                <c16:uniqueId val="{00000003-3833-4223-AC43-3DEC5857B08A}"/>
              </c:ext>
            </c:extLst>
          </c:dPt>
          <c:dLbls>
            <c:dLbl>
              <c:idx val="1"/>
              <c:layout>
                <c:manualLayout>
                  <c:x val="1.1111111111111112E-2"/>
                  <c:y val="-3.70370370370371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833-4223-AC43-3DEC5857B08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ImpactPivot!$A$2:$A$6</c:f>
              <c:strCache>
                <c:ptCount val="4"/>
                <c:pt idx="0">
                  <c:v>01. Pre-existing Issue Impact</c:v>
                </c:pt>
                <c:pt idx="1">
                  <c:v>02. HCA Impact</c:v>
                </c:pt>
                <c:pt idx="2">
                  <c:v>03. S/4HANA Impact</c:v>
                </c:pt>
                <c:pt idx="3">
                  <c:v>04. Impact in 3rd Party Obj</c:v>
                </c:pt>
              </c:strCache>
            </c:strRef>
          </c:cat>
          <c:val>
            <c:numRef>
              <c:f>ImpactPivot!$B$2:$B$6</c:f>
              <c:numCache>
                <c:formatCode>General</c:formatCode>
                <c:ptCount val="4"/>
                <c:pt idx="0">
                  <c:v>98</c:v>
                </c:pt>
                <c:pt idx="1">
                  <c:v>169</c:v>
                </c:pt>
                <c:pt idx="2">
                  <c:v>1152</c:v>
                </c:pt>
                <c:pt idx="3">
                  <c:v>0</c:v>
                </c:pt>
              </c:numCache>
            </c:numRef>
          </c:val>
          <c:extLst>
            <c:ext xmlns:c16="http://schemas.microsoft.com/office/drawing/2014/chart" uri="{C3380CC4-5D6E-409C-BE32-E72D297353CC}">
              <c16:uniqueId val="{00000004-3833-4223-AC43-3DEC5857B08A}"/>
            </c:ext>
          </c:extLst>
        </c:ser>
        <c:dLbls>
          <c:showLegendKey val="0"/>
          <c:showVal val="1"/>
          <c:showCatName val="0"/>
          <c:showSerName val="0"/>
          <c:showPercent val="0"/>
          <c:showBubbleSize val="0"/>
        </c:dLbls>
        <c:gapWidth val="150"/>
        <c:shape val="box"/>
        <c:axId val="38267120"/>
        <c:axId val="2092410352"/>
        <c:axId val="0"/>
      </c:bar3DChart>
      <c:catAx>
        <c:axId val="38267120"/>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92410352"/>
        <c:crosses val="autoZero"/>
        <c:auto val="1"/>
        <c:lblAlgn val="ctr"/>
        <c:lblOffset val="100"/>
        <c:noMultiLvlLbl val="0"/>
      </c:catAx>
      <c:valAx>
        <c:axId val="20924103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2671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dLbls>
          <c:showLegendKey val="0"/>
          <c:showVal val="1"/>
          <c:showCatName val="0"/>
          <c:showSerName val="0"/>
          <c:showPercent val="0"/>
          <c:showBubbleSize val="0"/>
        </c:dLbls>
        <c:gapWidth val="150"/>
        <c:shape val="box"/>
        <c:axId val="1496926512"/>
        <c:axId val="869692416"/>
        <c:axId val="0"/>
      </c:bar3DChart>
      <c:catAx>
        <c:axId val="1496926512"/>
        <c:scaling>
          <c:orientation val="minMax"/>
        </c:scaling>
        <c:delete val="0"/>
        <c:axPos val="b"/>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9692416"/>
        <c:crosses val="autoZero"/>
        <c:auto val="1"/>
        <c:lblAlgn val="ctr"/>
        <c:lblOffset val="100"/>
        <c:noMultiLvlLbl val="0"/>
      </c:catAx>
      <c:valAx>
        <c:axId val="86969241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69265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92D050"/>
          </a:solidFill>
          <a:ln>
            <a:noFill/>
          </a:ln>
          <a:effectLst/>
          <a:sp3d/>
        </c:spPr>
      </c:pivotFmt>
      <c:pivotFmt>
        <c:idx val="2"/>
        <c:spPr>
          <a:solidFill>
            <a:srgbClr val="FFFF00"/>
          </a:solidFill>
          <a:ln>
            <a:noFill/>
          </a:ln>
          <a:effectLst/>
          <a:sp3d/>
        </c:spPr>
      </c:pivotFmt>
      <c:pivotFmt>
        <c:idx val="3"/>
        <c:spPr>
          <a:solidFill>
            <a:srgbClr val="FFFF00"/>
          </a:solidFill>
          <a:ln>
            <a:noFill/>
          </a:ln>
          <a:effectLst/>
          <a:sp3d/>
        </c:spPr>
      </c:pivotFmt>
      <c:pivotFmt>
        <c:idx val="4"/>
        <c:spPr>
          <a:solidFill>
            <a:srgbClr val="FF0000"/>
          </a:solidFill>
          <a:ln>
            <a:noFill/>
          </a:ln>
          <a:effectLst/>
          <a:sp3d/>
        </c:spPr>
      </c:pivotFmt>
      <c:pivotFmt>
        <c:idx val="5"/>
        <c:spPr>
          <a:solidFill>
            <a:srgbClr val="FF0000"/>
          </a:solidFill>
          <a:ln>
            <a:noFill/>
          </a:ln>
          <a:effectLst/>
          <a:sp3d/>
        </c:spPr>
      </c:pivotFmt>
      <c:pivotFmt>
        <c:idx val="6"/>
        <c:spPr>
          <a:solidFill>
            <a:srgbClr val="FF0000"/>
          </a:solidFill>
          <a:ln>
            <a:noFill/>
          </a:ln>
          <a:effectLst/>
          <a:sp3d/>
        </c:spPr>
      </c:pivotFmt>
      <c:pivotFmt>
        <c:idx val="7"/>
        <c:spPr>
          <a:solidFill>
            <a:srgbClr val="FF0000"/>
          </a:solidFill>
          <a:ln>
            <a:noFill/>
          </a:ln>
          <a:effectLst/>
          <a:sp3d/>
        </c:spPr>
      </c:pivotFmt>
      <c:pivotFmt>
        <c:idx val="8"/>
        <c:spPr>
          <a:solidFill>
            <a:srgbClr val="FFFF00"/>
          </a:solidFill>
          <a:ln>
            <a:noFill/>
          </a:ln>
          <a:effectLst/>
          <a:sp3d/>
        </c:spPr>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ImpactPivot!$B$19</c:f>
              <c:strCache>
                <c:ptCount val="1"/>
                <c:pt idx="0">
                  <c:v>Total</c:v>
                </c:pt>
              </c:strCache>
            </c:strRef>
          </c:tx>
          <c:spPr>
            <a:solidFill>
              <a:srgbClr val="FF0000"/>
            </a:solidFill>
            <a:ln>
              <a:noFill/>
            </a:ln>
            <a:effectLst/>
            <a:sp3d/>
          </c:spPr>
          <c:invertIfNegative val="0"/>
          <c:dPt>
            <c:idx val="0"/>
            <c:invertIfNegative val="0"/>
            <c:bubble3D val="0"/>
            <c:spPr>
              <a:solidFill>
                <a:srgbClr val="FF0000"/>
              </a:solidFill>
              <a:ln>
                <a:noFill/>
              </a:ln>
              <a:effectLst/>
              <a:sp3d/>
            </c:spPr>
            <c:extLst>
              <c:ext xmlns:c16="http://schemas.microsoft.com/office/drawing/2014/chart" uri="{C3380CC4-5D6E-409C-BE32-E72D297353CC}">
                <c16:uniqueId val="{00000001-7855-45EE-B6CC-DD305E085724}"/>
              </c:ext>
            </c:extLst>
          </c:dPt>
          <c:dPt>
            <c:idx val="1"/>
            <c:invertIfNegative val="0"/>
            <c:bubble3D val="0"/>
            <c:spPr>
              <a:solidFill>
                <a:srgbClr val="FF0000"/>
              </a:solidFill>
              <a:ln>
                <a:noFill/>
              </a:ln>
              <a:effectLst/>
              <a:sp3d/>
            </c:spPr>
            <c:extLst>
              <c:ext xmlns:c16="http://schemas.microsoft.com/office/drawing/2014/chart" uri="{C3380CC4-5D6E-409C-BE32-E72D297353CC}">
                <c16:uniqueId val="{00000003-7855-45EE-B6CC-DD305E085724}"/>
              </c:ext>
            </c:extLst>
          </c:dPt>
          <c:dPt>
            <c:idx val="2"/>
            <c:invertIfNegative val="0"/>
            <c:bubble3D val="0"/>
            <c:spPr>
              <a:solidFill>
                <a:srgbClr val="FF0000"/>
              </a:solidFill>
              <a:ln>
                <a:noFill/>
              </a:ln>
              <a:effectLst/>
              <a:sp3d/>
            </c:spPr>
            <c:extLst>
              <c:ext xmlns:c16="http://schemas.microsoft.com/office/drawing/2014/chart" uri="{C3380CC4-5D6E-409C-BE32-E72D297353CC}">
                <c16:uniqueId val="{00000005-7855-45EE-B6CC-DD305E085724}"/>
              </c:ext>
            </c:extLst>
          </c:dPt>
          <c:dPt>
            <c:idx val="3"/>
            <c:invertIfNegative val="0"/>
            <c:bubble3D val="0"/>
            <c:spPr>
              <a:solidFill>
                <a:srgbClr val="92D050"/>
              </a:solidFill>
              <a:ln>
                <a:noFill/>
              </a:ln>
              <a:effectLst/>
              <a:sp3d/>
            </c:spPr>
            <c:extLst>
              <c:ext xmlns:c16="http://schemas.microsoft.com/office/drawing/2014/chart" uri="{C3380CC4-5D6E-409C-BE32-E72D297353CC}">
                <c16:uniqueId val="{00000007-7855-45EE-B6CC-DD305E085724}"/>
              </c:ext>
            </c:extLst>
          </c:dPt>
          <c:dPt>
            <c:idx val="4"/>
            <c:invertIfNegative val="0"/>
            <c:bubble3D val="0"/>
            <c:spPr>
              <a:solidFill>
                <a:srgbClr val="FF0000"/>
              </a:solidFill>
              <a:ln>
                <a:noFill/>
              </a:ln>
              <a:effectLst/>
              <a:sp3d/>
            </c:spPr>
            <c:extLst>
              <c:ext xmlns:c16="http://schemas.microsoft.com/office/drawing/2014/chart" uri="{C3380CC4-5D6E-409C-BE32-E72D297353CC}">
                <c16:uniqueId val="{00000009-7855-45EE-B6CC-DD305E085724}"/>
              </c:ext>
            </c:extLst>
          </c:dPt>
          <c:dPt>
            <c:idx val="5"/>
            <c:invertIfNegative val="0"/>
            <c:bubble3D val="0"/>
            <c:spPr>
              <a:solidFill>
                <a:srgbClr val="FF0000"/>
              </a:solidFill>
              <a:ln>
                <a:noFill/>
              </a:ln>
              <a:effectLst/>
              <a:sp3d/>
            </c:spPr>
            <c:extLst>
              <c:ext xmlns:c16="http://schemas.microsoft.com/office/drawing/2014/chart" uri="{C3380CC4-5D6E-409C-BE32-E72D297353CC}">
                <c16:uniqueId val="{0000000B-7855-45EE-B6CC-DD305E085724}"/>
              </c:ext>
            </c:extLst>
          </c:dPt>
          <c:dPt>
            <c:idx val="6"/>
            <c:invertIfNegative val="0"/>
            <c:bubble3D val="0"/>
            <c:spPr>
              <a:solidFill>
                <a:srgbClr val="FF0000"/>
              </a:solidFill>
              <a:ln>
                <a:noFill/>
              </a:ln>
              <a:effectLst/>
              <a:sp3d/>
            </c:spPr>
            <c:extLst>
              <c:ext xmlns:c16="http://schemas.microsoft.com/office/drawing/2014/chart" uri="{C3380CC4-5D6E-409C-BE32-E72D297353CC}">
                <c16:uniqueId val="{0000000D-7855-45EE-B6CC-DD305E085724}"/>
              </c:ext>
            </c:extLst>
          </c:dPt>
          <c:dPt>
            <c:idx val="7"/>
            <c:invertIfNegative val="0"/>
            <c:bubble3D val="0"/>
            <c:spPr>
              <a:solidFill>
                <a:srgbClr val="FF0000"/>
              </a:solidFill>
              <a:ln>
                <a:noFill/>
              </a:ln>
              <a:effectLst/>
              <a:sp3d/>
            </c:spPr>
            <c:extLst>
              <c:ext xmlns:c16="http://schemas.microsoft.com/office/drawing/2014/chart" uri="{C3380CC4-5D6E-409C-BE32-E72D297353CC}">
                <c16:uniqueId val="{0000000F-7855-45EE-B6CC-DD305E085724}"/>
              </c:ext>
            </c:extLst>
          </c:dPt>
          <c:dPt>
            <c:idx val="8"/>
            <c:invertIfNegative val="0"/>
            <c:bubble3D val="0"/>
            <c:spPr>
              <a:solidFill>
                <a:srgbClr val="FFFF00"/>
              </a:solidFill>
              <a:ln>
                <a:noFill/>
              </a:ln>
              <a:effectLst/>
              <a:sp3d/>
            </c:spPr>
            <c:extLst>
              <c:ext xmlns:c16="http://schemas.microsoft.com/office/drawing/2014/chart" uri="{C3380CC4-5D6E-409C-BE32-E72D297353CC}">
                <c16:uniqueId val="{00000011-7855-45EE-B6CC-DD305E085724}"/>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ImpactPivot!$A$20:$A$29</c:f>
              <c:strCache>
                <c:ptCount val="9"/>
                <c:pt idx="0">
                  <c:v>Pre-existing Issue, Clone &amp; Fit Gap Impact</c:v>
                </c:pt>
                <c:pt idx="1">
                  <c:v>3rd Party Obj Impact</c:v>
                </c:pt>
                <c:pt idx="2">
                  <c:v>Fit Gap Impact</c:v>
                </c:pt>
                <c:pt idx="3">
                  <c:v>MANDATORY</c:v>
                </c:pt>
                <c:pt idx="4">
                  <c:v>Clone Impact</c:v>
                </c:pt>
                <c:pt idx="5">
                  <c:v>Clone &amp; Fit Gap Impact</c:v>
                </c:pt>
                <c:pt idx="6">
                  <c:v>Pre-existing Issue &amp; Clone Impact</c:v>
                </c:pt>
                <c:pt idx="7">
                  <c:v>Pre-existing Issue Impact</c:v>
                </c:pt>
                <c:pt idx="8">
                  <c:v>OPTIONAL</c:v>
                </c:pt>
              </c:strCache>
            </c:strRef>
          </c:cat>
          <c:val>
            <c:numRef>
              <c:f>ImpactPivot!$B$20:$B$29</c:f>
              <c:numCache>
                <c:formatCode>General</c:formatCode>
                <c:ptCount val="9"/>
                <c:pt idx="0">
                  <c:v>99</c:v>
                </c:pt>
                <c:pt idx="1">
                  <c:v>0</c:v>
                </c:pt>
                <c:pt idx="2">
                  <c:v>32</c:v>
                </c:pt>
                <c:pt idx="3">
                  <c:v>61</c:v>
                </c:pt>
                <c:pt idx="4">
                  <c:v>2</c:v>
                </c:pt>
                <c:pt idx="5">
                  <c:v>0</c:v>
                </c:pt>
                <c:pt idx="6">
                  <c:v>0</c:v>
                </c:pt>
                <c:pt idx="7">
                  <c:v>57</c:v>
                </c:pt>
                <c:pt idx="8">
                  <c:v>16</c:v>
                </c:pt>
              </c:numCache>
            </c:numRef>
          </c:val>
          <c:extLst>
            <c:ext xmlns:c16="http://schemas.microsoft.com/office/drawing/2014/chart" uri="{C3380CC4-5D6E-409C-BE32-E72D297353CC}">
              <c16:uniqueId val="{00000009-3588-4080-A588-A05567C66E9A}"/>
            </c:ext>
          </c:extLst>
        </c:ser>
        <c:dLbls>
          <c:showLegendKey val="0"/>
          <c:showVal val="1"/>
          <c:showCatName val="0"/>
          <c:showSerName val="0"/>
          <c:showPercent val="0"/>
          <c:showBubbleSize val="0"/>
        </c:dLbls>
        <c:gapWidth val="150"/>
        <c:shape val="box"/>
        <c:axId val="225207136"/>
        <c:axId val="2137462544"/>
        <c:axId val="0"/>
      </c:bar3DChart>
      <c:catAx>
        <c:axId val="22520713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7462544"/>
        <c:crosses val="autoZero"/>
        <c:auto val="1"/>
        <c:lblAlgn val="ctr"/>
        <c:lblOffset val="100"/>
        <c:noMultiLvlLbl val="0"/>
      </c:catAx>
      <c:valAx>
        <c:axId val="213746254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2071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rgbClr val="FF00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FF00"/>
          </a:solidFill>
          <a:ln>
            <a:noFill/>
          </a:ln>
          <a:effectLst/>
          <a:sp3d/>
        </c:spPr>
      </c:pivotFmt>
      <c:pivotFmt>
        <c:idx val="2"/>
        <c:spPr>
          <a:solidFill>
            <a:srgbClr val="92D050"/>
          </a:solidFill>
          <a:ln>
            <a:noFill/>
          </a:ln>
          <a:effectLst/>
          <a:sp3d/>
        </c:spPr>
      </c:pivotFmt>
      <c:pivotFmt>
        <c:idx val="3"/>
        <c:spPr>
          <a:solidFill>
            <a:srgbClr val="92D050"/>
          </a:solidFill>
          <a:ln>
            <a:noFill/>
          </a:ln>
          <a:effectLst/>
          <a:sp3d/>
        </c:spPr>
      </c:pivotFmt>
      <c:pivotFmt>
        <c:idx val="4"/>
        <c:spPr>
          <a:solidFill>
            <a:srgbClr val="FFFF00"/>
          </a:solidFill>
          <a:ln>
            <a:noFill/>
          </a:ln>
          <a:effectLst/>
          <a:sp3d/>
        </c:spPr>
      </c:pivotFmt>
      <c:pivotFmt>
        <c:idx val="5"/>
        <c:spPr>
          <a:solidFill>
            <a:srgbClr val="92D050"/>
          </a:solidFill>
          <a:ln>
            <a:noFill/>
          </a:ln>
          <a:effectLst/>
          <a:sp3d/>
        </c:spPr>
      </c:pivotFmt>
      <c:pivotFmt>
        <c:idx val="6"/>
        <c:spPr>
          <a:solidFill>
            <a:srgbClr val="FF00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F00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0000"/>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ImpactPivot!$B$35</c:f>
              <c:strCache>
                <c:ptCount val="1"/>
                <c:pt idx="0">
                  <c:v>Total</c:v>
                </c:pt>
              </c:strCache>
            </c:strRef>
          </c:tx>
          <c:spPr>
            <a:solidFill>
              <a:srgbClr val="FF0000"/>
            </a:solidFill>
            <a:ln>
              <a:noFill/>
            </a:ln>
            <a:effectLst/>
            <a:sp3d/>
          </c:spPr>
          <c:invertIfNegative val="0"/>
          <c:dPt>
            <c:idx val="0"/>
            <c:invertIfNegative val="0"/>
            <c:bubble3D val="0"/>
            <c:spPr>
              <a:solidFill>
                <a:srgbClr val="FF0000"/>
              </a:solidFill>
              <a:ln>
                <a:noFill/>
              </a:ln>
              <a:effectLst/>
              <a:sp3d/>
            </c:spPr>
            <c:extLst>
              <c:ext xmlns:c16="http://schemas.microsoft.com/office/drawing/2014/chart" uri="{C3380CC4-5D6E-409C-BE32-E72D297353CC}">
                <c16:uniqueId val="{00000001-A2BE-4B11-902F-785FC0C94F50}"/>
              </c:ext>
            </c:extLst>
          </c:dPt>
          <c:dPt>
            <c:idx val="1"/>
            <c:invertIfNegative val="0"/>
            <c:bubble3D val="0"/>
            <c:spPr>
              <a:solidFill>
                <a:srgbClr val="FF0000"/>
              </a:solidFill>
              <a:ln>
                <a:noFill/>
              </a:ln>
              <a:effectLst/>
              <a:sp3d/>
            </c:spPr>
            <c:extLst>
              <c:ext xmlns:c16="http://schemas.microsoft.com/office/drawing/2014/chart" uri="{C3380CC4-5D6E-409C-BE32-E72D297353CC}">
                <c16:uniqueId val="{00000003-A2BE-4B11-902F-785FC0C94F50}"/>
              </c:ext>
            </c:extLst>
          </c:dPt>
          <c:dPt>
            <c:idx val="2"/>
            <c:invertIfNegative val="0"/>
            <c:bubble3D val="0"/>
            <c:spPr>
              <a:solidFill>
                <a:srgbClr val="FF0000"/>
              </a:solidFill>
              <a:ln>
                <a:noFill/>
              </a:ln>
              <a:effectLst/>
              <a:sp3d/>
            </c:spPr>
            <c:extLst>
              <c:ext xmlns:c16="http://schemas.microsoft.com/office/drawing/2014/chart" uri="{C3380CC4-5D6E-409C-BE32-E72D297353CC}">
                <c16:uniqueId val="{00000005-A2BE-4B11-902F-785FC0C94F50}"/>
              </c:ext>
            </c:extLst>
          </c:dPt>
          <c:dPt>
            <c:idx val="3"/>
            <c:invertIfNegative val="0"/>
            <c:bubble3D val="0"/>
            <c:spPr>
              <a:solidFill>
                <a:srgbClr val="FF0000"/>
              </a:solidFill>
              <a:ln>
                <a:noFill/>
              </a:ln>
              <a:effectLst/>
              <a:sp3d/>
            </c:spPr>
            <c:extLst>
              <c:ext xmlns:c16="http://schemas.microsoft.com/office/drawing/2014/chart" uri="{C3380CC4-5D6E-409C-BE32-E72D297353CC}">
                <c16:uniqueId val="{00000007-A2BE-4B11-902F-785FC0C94F50}"/>
              </c:ext>
            </c:extLst>
          </c:dPt>
          <c:dPt>
            <c:idx val="4"/>
            <c:invertIfNegative val="0"/>
            <c:bubble3D val="0"/>
            <c:spPr>
              <a:solidFill>
                <a:srgbClr val="92D050"/>
              </a:solidFill>
              <a:ln>
                <a:noFill/>
              </a:ln>
              <a:effectLst/>
              <a:sp3d/>
            </c:spPr>
            <c:extLst>
              <c:ext xmlns:c16="http://schemas.microsoft.com/office/drawing/2014/chart" uri="{C3380CC4-5D6E-409C-BE32-E72D297353CC}">
                <c16:uniqueId val="{00000009-A2BE-4B11-902F-785FC0C94F50}"/>
              </c:ext>
            </c:extLst>
          </c:dPt>
          <c:dPt>
            <c:idx val="5"/>
            <c:invertIfNegative val="0"/>
            <c:bubble3D val="0"/>
            <c:spPr>
              <a:solidFill>
                <a:srgbClr val="FF0000"/>
              </a:solidFill>
              <a:ln>
                <a:noFill/>
              </a:ln>
              <a:effectLst/>
              <a:sp3d/>
            </c:spPr>
            <c:extLst>
              <c:ext xmlns:c16="http://schemas.microsoft.com/office/drawing/2014/chart" uri="{C3380CC4-5D6E-409C-BE32-E72D297353CC}">
                <c16:uniqueId val="{0000000B-A2BE-4B11-902F-785FC0C94F50}"/>
              </c:ext>
            </c:extLst>
          </c:dPt>
          <c:dPt>
            <c:idx val="6"/>
            <c:invertIfNegative val="0"/>
            <c:bubble3D val="0"/>
            <c:spPr>
              <a:solidFill>
                <a:srgbClr val="FF0000"/>
              </a:solidFill>
              <a:ln>
                <a:noFill/>
              </a:ln>
              <a:effectLst/>
              <a:sp3d/>
            </c:spPr>
            <c:extLst>
              <c:ext xmlns:c16="http://schemas.microsoft.com/office/drawing/2014/chart" uri="{C3380CC4-5D6E-409C-BE32-E72D297353CC}">
                <c16:uniqueId val="{0000000D-A2BE-4B11-902F-785FC0C94F50}"/>
              </c:ext>
            </c:extLst>
          </c:dPt>
          <c:dPt>
            <c:idx val="7"/>
            <c:invertIfNegative val="0"/>
            <c:bubble3D val="0"/>
            <c:spPr>
              <a:solidFill>
                <a:srgbClr val="92D050"/>
              </a:solidFill>
              <a:ln>
                <a:noFill/>
              </a:ln>
              <a:effectLst/>
              <a:sp3d/>
            </c:spPr>
            <c:extLst>
              <c:ext xmlns:c16="http://schemas.microsoft.com/office/drawing/2014/chart" uri="{C3380CC4-5D6E-409C-BE32-E72D297353CC}">
                <c16:uniqueId val="{0000000F-A2BE-4B11-902F-785FC0C94F50}"/>
              </c:ext>
            </c:extLst>
          </c:dPt>
          <c:dPt>
            <c:idx val="8"/>
            <c:invertIfNegative val="0"/>
            <c:bubble3D val="0"/>
            <c:spPr>
              <a:solidFill>
                <a:srgbClr val="FFFF00"/>
              </a:solidFill>
              <a:ln>
                <a:noFill/>
              </a:ln>
              <a:effectLst/>
              <a:sp3d/>
            </c:spPr>
            <c:extLst>
              <c:ext xmlns:c16="http://schemas.microsoft.com/office/drawing/2014/chart" uri="{C3380CC4-5D6E-409C-BE32-E72D297353CC}">
                <c16:uniqueId val="{00000011-A2BE-4B11-902F-785FC0C94F5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ImpactPivot!$A$36:$A$45</c:f>
              <c:strCache>
                <c:ptCount val="9"/>
                <c:pt idx="0">
                  <c:v>Pre-existing Issue, Clone &amp; Fit Gap Impact</c:v>
                </c:pt>
                <c:pt idx="1">
                  <c:v>3rd Party Obj Impact</c:v>
                </c:pt>
                <c:pt idx="2">
                  <c:v>Clone Impact</c:v>
                </c:pt>
                <c:pt idx="3">
                  <c:v>Clone &amp; Fit Gap Impact</c:v>
                </c:pt>
                <c:pt idx="4">
                  <c:v>NEEDS REMEDIATION</c:v>
                </c:pt>
                <c:pt idx="5">
                  <c:v>Fit Gap Impact</c:v>
                </c:pt>
                <c:pt idx="6">
                  <c:v>Pre-existing Issue &amp; Clone Impact</c:v>
                </c:pt>
                <c:pt idx="7">
                  <c:v>FALSE POSITIVE</c:v>
                </c:pt>
                <c:pt idx="8">
                  <c:v>CAN BE IGNORED</c:v>
                </c:pt>
              </c:strCache>
            </c:strRef>
          </c:cat>
          <c:val>
            <c:numRef>
              <c:f>ImpactPivot!$B$36:$B$45</c:f>
              <c:numCache>
                <c:formatCode>General</c:formatCode>
                <c:ptCount val="9"/>
                <c:pt idx="0">
                  <c:v>63</c:v>
                </c:pt>
                <c:pt idx="1">
                  <c:v>0</c:v>
                </c:pt>
                <c:pt idx="2">
                  <c:v>10</c:v>
                </c:pt>
                <c:pt idx="3">
                  <c:v>0</c:v>
                </c:pt>
                <c:pt idx="4">
                  <c:v>128</c:v>
                </c:pt>
                <c:pt idx="5">
                  <c:v>343</c:v>
                </c:pt>
                <c:pt idx="6">
                  <c:v>0</c:v>
                </c:pt>
                <c:pt idx="7">
                  <c:v>194</c:v>
                </c:pt>
                <c:pt idx="8">
                  <c:v>414</c:v>
                </c:pt>
              </c:numCache>
            </c:numRef>
          </c:val>
          <c:extLst>
            <c:ext xmlns:c16="http://schemas.microsoft.com/office/drawing/2014/chart" uri="{C3380CC4-5D6E-409C-BE32-E72D297353CC}">
              <c16:uniqueId val="{00000009-CD8C-4114-B44A-B027887A5F13}"/>
            </c:ext>
          </c:extLst>
        </c:ser>
        <c:dLbls>
          <c:showLegendKey val="0"/>
          <c:showVal val="1"/>
          <c:showCatName val="0"/>
          <c:showSerName val="0"/>
          <c:showPercent val="0"/>
          <c:showBubbleSize val="0"/>
        </c:dLbls>
        <c:gapWidth val="150"/>
        <c:shape val="box"/>
        <c:axId val="1785906368"/>
        <c:axId val="38326976"/>
        <c:axId val="0"/>
      </c:bar3DChart>
      <c:catAx>
        <c:axId val="178590636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326976"/>
        <c:crosses val="autoZero"/>
        <c:auto val="1"/>
        <c:lblAlgn val="ctr"/>
        <c:lblOffset val="100"/>
        <c:noMultiLvlLbl val="0"/>
      </c:catAx>
      <c:valAx>
        <c:axId val="3832697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906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1">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C4F391-6D57-4C91-9980-BF3B8C78F1B2}" type="doc">
      <dgm:prSet loTypeId="urn:microsoft.com/office/officeart/2005/8/layout/vList5" loCatId="list" qsTypeId="urn:microsoft.com/office/officeart/2005/8/quickstyle/simple1#1" qsCatId="simple" csTypeId="urn:microsoft.com/office/officeart/2005/8/colors/accent1_2#1" csCatId="accent1" phldr="1"/>
      <dgm:spPr/>
      <dgm:t>
        <a:bodyPr/>
        <a:lstStyle/>
        <a:p>
          <a:endParaRPr lang="en-US"/>
        </a:p>
      </dgm:t>
    </dgm:pt>
    <dgm:pt modelId="{565460A7-F1BB-4B0F-857C-A7BDA8E50280}">
      <dgm:prSet custT="1"/>
      <dgm:spPr>
        <a:solidFill>
          <a:schemeClr val="accent4"/>
        </a:solidFill>
      </dgm:spPr>
      <dgm:t>
        <a:bodyPr/>
        <a:lstStyle/>
        <a:p>
          <a:r>
            <a:rPr lang="en-US" sz="1400" b="0"/>
            <a:t>Syntactically incompatible change of existing functionality</a:t>
          </a:r>
          <a:endParaRPr lang="en-US" sz="1400"/>
        </a:p>
      </dgm:t>
    </dgm:pt>
    <dgm:pt modelId="{8D9714EE-3119-4C6E-9452-D1B25473B81C}" type="parTrans" cxnId="{BF86F4FB-3F82-4BB9-9414-C481C745F12C}">
      <dgm:prSet/>
      <dgm:spPr/>
      <dgm:t>
        <a:bodyPr/>
        <a:lstStyle/>
        <a:p>
          <a:endParaRPr lang="en-US"/>
        </a:p>
      </dgm:t>
    </dgm:pt>
    <dgm:pt modelId="{6F699EC5-4271-4BB3-ACA6-4E044D97223E}" type="sibTrans" cxnId="{BF86F4FB-3F82-4BB9-9414-C481C745F12C}">
      <dgm:prSet/>
      <dgm:spPr/>
      <dgm:t>
        <a:bodyPr/>
        <a:lstStyle/>
        <a:p>
          <a:endParaRPr lang="en-US"/>
        </a:p>
      </dgm:t>
    </dgm:pt>
    <dgm:pt modelId="{0E2BDEE9-11AC-414F-823C-BF93B00962DF}">
      <dgm:prSet/>
      <dgm:spPr>
        <a:solidFill>
          <a:schemeClr val="accent4">
            <a:lumMod val="40000"/>
            <a:lumOff val="60000"/>
            <a:alpha val="90000"/>
          </a:schemeClr>
        </a:solidFill>
      </dgm:spPr>
      <dgm:t>
        <a:bodyPr/>
        <a:lstStyle/>
        <a:p>
          <a:r>
            <a:rPr lang="en-US"/>
            <a:t>No impact to the business functionality</a:t>
          </a:r>
        </a:p>
      </dgm:t>
    </dgm:pt>
    <dgm:pt modelId="{92B12290-3798-4413-9615-44CD5FA80EAA}" type="parTrans" cxnId="{CEB27979-E216-45FE-BCE1-46E4DD099138}">
      <dgm:prSet/>
      <dgm:spPr/>
      <dgm:t>
        <a:bodyPr/>
        <a:lstStyle/>
        <a:p>
          <a:endParaRPr lang="en-US"/>
        </a:p>
      </dgm:t>
    </dgm:pt>
    <dgm:pt modelId="{32F743FF-6F2D-46B2-BFB7-A88E2F3384BB}" type="sibTrans" cxnId="{CEB27979-E216-45FE-BCE1-46E4DD099138}">
      <dgm:prSet/>
      <dgm:spPr/>
      <dgm:t>
        <a:bodyPr/>
        <a:lstStyle/>
        <a:p>
          <a:endParaRPr lang="en-US"/>
        </a:p>
      </dgm:t>
    </dgm:pt>
    <dgm:pt modelId="{A4011CD7-509E-4AD5-9359-44B5D554FB39}">
      <dgm:prSet/>
      <dgm:spPr>
        <a:solidFill>
          <a:schemeClr val="accent4">
            <a:lumMod val="40000"/>
            <a:lumOff val="60000"/>
            <a:alpha val="90000"/>
          </a:schemeClr>
        </a:solidFill>
      </dgm:spPr>
      <dgm:t>
        <a:bodyPr/>
        <a:lstStyle/>
        <a:p>
          <a:r>
            <a:rPr lang="en-US"/>
            <a:t>Changes required to accommodate data model or interface changes</a:t>
          </a:r>
        </a:p>
      </dgm:t>
    </dgm:pt>
    <dgm:pt modelId="{F90326F0-6FF6-42D1-90DF-2CF488ED7802}" type="parTrans" cxnId="{4E4B5EDC-3684-4626-ACC7-6B1D67B9B9C3}">
      <dgm:prSet/>
      <dgm:spPr/>
      <dgm:t>
        <a:bodyPr/>
        <a:lstStyle/>
        <a:p>
          <a:endParaRPr lang="en-US"/>
        </a:p>
      </dgm:t>
    </dgm:pt>
    <dgm:pt modelId="{D4567B85-2DCB-4EC1-BF7D-935A83706F3C}" type="sibTrans" cxnId="{4E4B5EDC-3684-4626-ACC7-6B1D67B9B9C3}">
      <dgm:prSet/>
      <dgm:spPr/>
      <dgm:t>
        <a:bodyPr/>
        <a:lstStyle/>
        <a:p>
          <a:endParaRPr lang="en-US"/>
        </a:p>
      </dgm:t>
    </dgm:pt>
    <dgm:pt modelId="{83F951D5-8620-4F50-B820-305FA80B6CA6}">
      <dgm:prSet/>
      <dgm:spPr>
        <a:solidFill>
          <a:schemeClr val="accent4">
            <a:lumMod val="40000"/>
            <a:lumOff val="60000"/>
            <a:alpha val="90000"/>
          </a:schemeClr>
        </a:solidFill>
      </dgm:spPr>
      <dgm:t>
        <a:bodyPr/>
        <a:lstStyle/>
        <a:p>
          <a:r>
            <a:rPr lang="en-US"/>
            <a:t>Extension of field length of material master from 18 to 40 characters</a:t>
          </a:r>
        </a:p>
      </dgm:t>
    </dgm:pt>
    <dgm:pt modelId="{ACF6CBA5-2007-4E06-86BA-74D5918BFD23}" type="parTrans" cxnId="{DDFC5424-3590-47D1-82E6-7853BABE7012}">
      <dgm:prSet/>
      <dgm:spPr/>
      <dgm:t>
        <a:bodyPr/>
        <a:lstStyle/>
        <a:p>
          <a:endParaRPr lang="en-US"/>
        </a:p>
      </dgm:t>
    </dgm:pt>
    <dgm:pt modelId="{2C3154F1-7F42-4516-BDAF-474882B8C09F}" type="sibTrans" cxnId="{DDFC5424-3590-47D1-82E6-7853BABE7012}">
      <dgm:prSet/>
      <dgm:spPr/>
      <dgm:t>
        <a:bodyPr/>
        <a:lstStyle/>
        <a:p>
          <a:endParaRPr lang="en-US"/>
        </a:p>
      </dgm:t>
    </dgm:pt>
    <dgm:pt modelId="{F9650000-5D66-4326-945B-60310E66FFE2}">
      <dgm:prSet/>
      <dgm:spPr>
        <a:solidFill>
          <a:schemeClr val="accent4">
            <a:lumMod val="40000"/>
            <a:lumOff val="60000"/>
            <a:alpha val="90000"/>
          </a:schemeClr>
        </a:solidFill>
      </dgm:spPr>
      <dgm:t>
        <a:bodyPr/>
        <a:lstStyle/>
        <a:p>
          <a:r>
            <a:rPr lang="en-US"/>
            <a:t>Example: MSEG, BSEG, etc.</a:t>
          </a:r>
        </a:p>
      </dgm:t>
    </dgm:pt>
    <dgm:pt modelId="{20B06095-C666-489F-9CF3-1800AFE89704}" type="parTrans" cxnId="{B00A76E6-93CA-48D5-B4AA-1CC780B2261E}">
      <dgm:prSet/>
      <dgm:spPr/>
      <dgm:t>
        <a:bodyPr/>
        <a:lstStyle/>
        <a:p>
          <a:endParaRPr lang="en-US"/>
        </a:p>
      </dgm:t>
    </dgm:pt>
    <dgm:pt modelId="{58774EA1-AD5A-48B3-8EAE-5216F9B046AF}" type="sibTrans" cxnId="{B00A76E6-93CA-48D5-B4AA-1CC780B2261E}">
      <dgm:prSet/>
      <dgm:spPr/>
      <dgm:t>
        <a:bodyPr/>
        <a:lstStyle/>
        <a:p>
          <a:endParaRPr lang="en-US"/>
        </a:p>
      </dgm:t>
    </dgm:pt>
    <dgm:pt modelId="{9F0E62C7-A980-47C8-9B07-843AD819DD8A}">
      <dgm:prSet custT="1"/>
      <dgm:spPr/>
      <dgm:t>
        <a:bodyPr/>
        <a:lstStyle/>
        <a:p>
          <a:r>
            <a:rPr lang="en-US" sz="1400" b="0"/>
            <a:t>Semantically incompatible change of existing functionality</a:t>
          </a:r>
          <a:endParaRPr lang="en-US" sz="1400"/>
        </a:p>
      </dgm:t>
    </dgm:pt>
    <dgm:pt modelId="{0C174357-B500-441D-9CF0-9627E3741DD8}" type="parTrans" cxnId="{90C4F317-2CA7-4A6A-A590-BDEF4A7F26B5}">
      <dgm:prSet/>
      <dgm:spPr/>
      <dgm:t>
        <a:bodyPr/>
        <a:lstStyle/>
        <a:p>
          <a:endParaRPr lang="en-US"/>
        </a:p>
      </dgm:t>
    </dgm:pt>
    <dgm:pt modelId="{87971568-59A7-4E8A-A254-01C2CD45A6C6}" type="sibTrans" cxnId="{90C4F317-2CA7-4A6A-A590-BDEF4A7F26B5}">
      <dgm:prSet/>
      <dgm:spPr/>
      <dgm:t>
        <a:bodyPr/>
        <a:lstStyle/>
        <a:p>
          <a:endParaRPr lang="en-US"/>
        </a:p>
      </dgm:t>
    </dgm:pt>
    <dgm:pt modelId="{BBF3A2B1-BA1E-4836-9504-E1319AE83142}">
      <dgm:prSet/>
      <dgm:spPr/>
      <dgm:t>
        <a:bodyPr/>
        <a:lstStyle/>
        <a:p>
          <a:r>
            <a:rPr lang="en-US"/>
            <a:t>Functionality has been changed/simplified in standard database tables. </a:t>
          </a:r>
        </a:p>
      </dgm:t>
    </dgm:pt>
    <dgm:pt modelId="{34DD2011-920E-4034-8B52-34B135337432}" type="parTrans" cxnId="{95CF6768-4D1A-48BD-9F0F-AA40EEA59C96}">
      <dgm:prSet/>
      <dgm:spPr/>
      <dgm:t>
        <a:bodyPr/>
        <a:lstStyle/>
        <a:p>
          <a:endParaRPr lang="en-US"/>
        </a:p>
      </dgm:t>
    </dgm:pt>
    <dgm:pt modelId="{2E59A448-3E18-4647-BA40-8947AAE3E31E}" type="sibTrans" cxnId="{95CF6768-4D1A-48BD-9F0F-AA40EEA59C96}">
      <dgm:prSet/>
      <dgm:spPr/>
      <dgm:t>
        <a:bodyPr/>
        <a:lstStyle/>
        <a:p>
          <a:endParaRPr lang="en-US"/>
        </a:p>
      </dgm:t>
    </dgm:pt>
    <dgm:pt modelId="{E5550CDD-FA7A-4339-9311-D3676CD86675}">
      <dgm:prSet/>
      <dgm:spPr/>
      <dgm:t>
        <a:bodyPr/>
        <a:lstStyle/>
        <a:p>
          <a:r>
            <a:rPr lang="en-US"/>
            <a:t>Example: VBRK, VBRP, SKA1, SKB1, etc.</a:t>
          </a:r>
        </a:p>
      </dgm:t>
    </dgm:pt>
    <dgm:pt modelId="{A76D6937-2FE2-4194-B7CF-4B60DE53A426}" type="parTrans" cxnId="{79B5A9CF-4B87-48EB-AD13-C37B53669D74}">
      <dgm:prSet/>
      <dgm:spPr/>
      <dgm:t>
        <a:bodyPr/>
        <a:lstStyle/>
        <a:p>
          <a:endParaRPr lang="en-US"/>
        </a:p>
      </dgm:t>
    </dgm:pt>
    <dgm:pt modelId="{E309C6BE-ED75-4061-B3E4-DA87022B7C5D}" type="sibTrans" cxnId="{79B5A9CF-4B87-48EB-AD13-C37B53669D74}">
      <dgm:prSet/>
      <dgm:spPr/>
      <dgm:t>
        <a:bodyPr/>
        <a:lstStyle/>
        <a:p>
          <a:endParaRPr lang="en-US"/>
        </a:p>
      </dgm:t>
    </dgm:pt>
    <dgm:pt modelId="{797FEAB6-E26E-4F8D-8319-C6582D945655}">
      <dgm:prSet custT="1"/>
      <dgm:spPr/>
      <dgm:t>
        <a:bodyPr/>
        <a:lstStyle/>
        <a:p>
          <a:r>
            <a:rPr lang="en-US" sz="1400" b="0"/>
            <a:t>Non-Strategic Function</a:t>
          </a:r>
          <a:endParaRPr lang="en-US" sz="1400"/>
        </a:p>
      </dgm:t>
    </dgm:pt>
    <dgm:pt modelId="{20A9C55B-0285-44C1-99AD-CB8E7A6B4E04}" type="parTrans" cxnId="{A0A4D0D4-74F1-4A22-AA91-164A1B354D6E}">
      <dgm:prSet/>
      <dgm:spPr/>
      <dgm:t>
        <a:bodyPr/>
        <a:lstStyle/>
        <a:p>
          <a:endParaRPr lang="en-US"/>
        </a:p>
      </dgm:t>
    </dgm:pt>
    <dgm:pt modelId="{0FB3F98D-95DB-4F11-8C3B-FC478C8C39D5}" type="sibTrans" cxnId="{A0A4D0D4-74F1-4A22-AA91-164A1B354D6E}">
      <dgm:prSet/>
      <dgm:spPr/>
      <dgm:t>
        <a:bodyPr/>
        <a:lstStyle/>
        <a:p>
          <a:endParaRPr lang="en-US"/>
        </a:p>
      </dgm:t>
    </dgm:pt>
    <dgm:pt modelId="{3FF3836C-EF99-4814-ADD7-7F6205B04404}">
      <dgm:prSet/>
      <dgm:spPr/>
      <dgm:t>
        <a:bodyPr/>
        <a:lstStyle/>
        <a:p>
          <a:r>
            <a:rPr lang="en-US"/>
            <a:t>Functionality will continue to work as is</a:t>
          </a:r>
        </a:p>
      </dgm:t>
    </dgm:pt>
    <dgm:pt modelId="{973E8BCA-DE75-4CE4-BBAB-0F1631BB62AA}" type="parTrans" cxnId="{30BA6E3B-3810-487C-97A4-802631698451}">
      <dgm:prSet/>
      <dgm:spPr/>
      <dgm:t>
        <a:bodyPr/>
        <a:lstStyle/>
        <a:p>
          <a:endParaRPr lang="en-US"/>
        </a:p>
      </dgm:t>
    </dgm:pt>
    <dgm:pt modelId="{3EBFFC01-36BA-4D94-A563-8E3AAE7620E8}" type="sibTrans" cxnId="{30BA6E3B-3810-487C-97A4-802631698451}">
      <dgm:prSet/>
      <dgm:spPr/>
      <dgm:t>
        <a:bodyPr/>
        <a:lstStyle/>
        <a:p>
          <a:endParaRPr lang="en-US"/>
        </a:p>
      </dgm:t>
    </dgm:pt>
    <dgm:pt modelId="{EABC8761-8134-4505-A7C9-CB1B65F49510}">
      <dgm:prSet/>
      <dgm:spPr/>
      <dgm:t>
        <a:bodyPr/>
        <a:lstStyle/>
        <a:p>
          <a:r>
            <a:rPr lang="en-US"/>
            <a:t>Subject to compatibility scope</a:t>
          </a:r>
        </a:p>
      </dgm:t>
    </dgm:pt>
    <dgm:pt modelId="{E2205A98-7278-4196-9307-E8EBF3FFF38B}" type="parTrans" cxnId="{5107E1C4-0B9C-438F-ADE9-23872049AD5A}">
      <dgm:prSet/>
      <dgm:spPr/>
      <dgm:t>
        <a:bodyPr/>
        <a:lstStyle/>
        <a:p>
          <a:endParaRPr lang="en-US"/>
        </a:p>
      </dgm:t>
    </dgm:pt>
    <dgm:pt modelId="{BF905FB0-9A8B-486A-BC86-08F517497C9E}" type="sibTrans" cxnId="{5107E1C4-0B9C-438F-ADE9-23872049AD5A}">
      <dgm:prSet/>
      <dgm:spPr/>
      <dgm:t>
        <a:bodyPr/>
        <a:lstStyle/>
        <a:p>
          <a:endParaRPr lang="en-US"/>
        </a:p>
      </dgm:t>
    </dgm:pt>
    <dgm:pt modelId="{D5BEAC89-573D-4F71-A186-9B9B4DEA29D3}">
      <dgm:prSet/>
      <dgm:spPr/>
      <dgm:t>
        <a:bodyPr/>
        <a:lstStyle/>
        <a:p>
          <a:r>
            <a:rPr lang="en-US"/>
            <a:t>Example: Switch to API or Fiori </a:t>
          </a:r>
        </a:p>
      </dgm:t>
    </dgm:pt>
    <dgm:pt modelId="{861498F7-EDE4-4AC3-968A-FC96B3717B16}" type="parTrans" cxnId="{FE0D1F05-4260-48D7-AEAE-73BB1C0EF9B9}">
      <dgm:prSet/>
      <dgm:spPr/>
      <dgm:t>
        <a:bodyPr/>
        <a:lstStyle/>
        <a:p>
          <a:endParaRPr lang="en-US"/>
        </a:p>
      </dgm:t>
    </dgm:pt>
    <dgm:pt modelId="{FE36E8F5-BBD9-4755-AEEB-D34AA5418AD8}" type="sibTrans" cxnId="{FE0D1F05-4260-48D7-AEAE-73BB1C0EF9B9}">
      <dgm:prSet/>
      <dgm:spPr/>
      <dgm:t>
        <a:bodyPr/>
        <a:lstStyle/>
        <a:p>
          <a:endParaRPr lang="en-US"/>
        </a:p>
      </dgm:t>
    </dgm:pt>
    <dgm:pt modelId="{2ABDA0A8-C249-43C2-A89C-B53A54931874}">
      <dgm:prSet/>
      <dgm:spPr/>
      <dgm:t>
        <a:bodyPr/>
        <a:lstStyle/>
        <a:p>
          <a:r>
            <a:rPr lang="en-US"/>
            <a:t>Custom code should be verified/corrected to work as per the changed function</a:t>
          </a:r>
        </a:p>
      </dgm:t>
    </dgm:pt>
    <dgm:pt modelId="{1E0D1376-D149-429B-B87F-41963ECC2DF7}" type="parTrans" cxnId="{C49441A2-29C6-4F3E-8FBC-B1D777D14714}">
      <dgm:prSet/>
      <dgm:spPr/>
      <dgm:t>
        <a:bodyPr/>
        <a:lstStyle/>
        <a:p>
          <a:endParaRPr lang="en-US"/>
        </a:p>
      </dgm:t>
    </dgm:pt>
    <dgm:pt modelId="{E56A9E7B-6602-410A-988A-5D4D855D4572}" type="sibTrans" cxnId="{C49441A2-29C6-4F3E-8FBC-B1D777D14714}">
      <dgm:prSet/>
      <dgm:spPr/>
      <dgm:t>
        <a:bodyPr/>
        <a:lstStyle/>
        <a:p>
          <a:endParaRPr lang="en-US"/>
        </a:p>
      </dgm:t>
    </dgm:pt>
    <dgm:pt modelId="{BD9729F1-BCBA-453F-8743-E371D487C1E7}" type="pres">
      <dgm:prSet presAssocID="{ABC4F391-6D57-4C91-9980-BF3B8C78F1B2}" presName="Name0" presStyleCnt="0">
        <dgm:presLayoutVars>
          <dgm:dir/>
          <dgm:animLvl val="lvl"/>
          <dgm:resizeHandles val="exact"/>
        </dgm:presLayoutVars>
      </dgm:prSet>
      <dgm:spPr/>
    </dgm:pt>
    <dgm:pt modelId="{6DE83490-638B-4288-9E15-56ACE036EB21}" type="pres">
      <dgm:prSet presAssocID="{565460A7-F1BB-4B0F-857C-A7BDA8E50280}" presName="linNode" presStyleCnt="0"/>
      <dgm:spPr/>
    </dgm:pt>
    <dgm:pt modelId="{7F95DDB5-F30D-4EF4-B3B2-F3468531CFB7}" type="pres">
      <dgm:prSet presAssocID="{565460A7-F1BB-4B0F-857C-A7BDA8E50280}" presName="parentText" presStyleLbl="node1" presStyleIdx="0" presStyleCnt="3">
        <dgm:presLayoutVars>
          <dgm:chMax val="1"/>
          <dgm:bulletEnabled val="1"/>
        </dgm:presLayoutVars>
      </dgm:prSet>
      <dgm:spPr/>
    </dgm:pt>
    <dgm:pt modelId="{F00C5024-109E-4CD4-B44D-8C58E0E46AC2}" type="pres">
      <dgm:prSet presAssocID="{565460A7-F1BB-4B0F-857C-A7BDA8E50280}" presName="descendantText" presStyleLbl="alignAccFollowNode1" presStyleIdx="0" presStyleCnt="3">
        <dgm:presLayoutVars>
          <dgm:bulletEnabled val="1"/>
        </dgm:presLayoutVars>
      </dgm:prSet>
      <dgm:spPr/>
    </dgm:pt>
    <dgm:pt modelId="{45BCB5AF-47C8-4CCF-9F44-69A55C7A6A82}" type="pres">
      <dgm:prSet presAssocID="{6F699EC5-4271-4BB3-ACA6-4E044D97223E}" presName="sp" presStyleCnt="0"/>
      <dgm:spPr/>
    </dgm:pt>
    <dgm:pt modelId="{A970922D-5A30-4E1E-99B8-DF710838182A}" type="pres">
      <dgm:prSet presAssocID="{9F0E62C7-A980-47C8-9B07-843AD819DD8A}" presName="linNode" presStyleCnt="0"/>
      <dgm:spPr/>
    </dgm:pt>
    <dgm:pt modelId="{14377080-43C7-47C4-B79E-2BE01BF67BDD}" type="pres">
      <dgm:prSet presAssocID="{9F0E62C7-A980-47C8-9B07-843AD819DD8A}" presName="parentText" presStyleLbl="node1" presStyleIdx="1" presStyleCnt="3">
        <dgm:presLayoutVars>
          <dgm:chMax val="1"/>
          <dgm:bulletEnabled val="1"/>
        </dgm:presLayoutVars>
      </dgm:prSet>
      <dgm:spPr/>
    </dgm:pt>
    <dgm:pt modelId="{E4967865-1D35-443D-A90D-F823D6394AC3}" type="pres">
      <dgm:prSet presAssocID="{9F0E62C7-A980-47C8-9B07-843AD819DD8A}" presName="descendantText" presStyleLbl="alignAccFollowNode1" presStyleIdx="1" presStyleCnt="3">
        <dgm:presLayoutVars>
          <dgm:bulletEnabled val="1"/>
        </dgm:presLayoutVars>
      </dgm:prSet>
      <dgm:spPr/>
    </dgm:pt>
    <dgm:pt modelId="{B77C3682-4BFD-4072-BE9B-F44B07E76410}" type="pres">
      <dgm:prSet presAssocID="{87971568-59A7-4E8A-A254-01C2CD45A6C6}" presName="sp" presStyleCnt="0"/>
      <dgm:spPr/>
    </dgm:pt>
    <dgm:pt modelId="{A8F09B0F-A8D0-460B-AF8D-AF8DDA272A31}" type="pres">
      <dgm:prSet presAssocID="{797FEAB6-E26E-4F8D-8319-C6582D945655}" presName="linNode" presStyleCnt="0"/>
      <dgm:spPr/>
    </dgm:pt>
    <dgm:pt modelId="{9012A679-FC1F-40E7-B0E0-A6842658B797}" type="pres">
      <dgm:prSet presAssocID="{797FEAB6-E26E-4F8D-8319-C6582D945655}" presName="parentText" presStyleLbl="node1" presStyleIdx="2" presStyleCnt="3">
        <dgm:presLayoutVars>
          <dgm:chMax val="1"/>
          <dgm:bulletEnabled val="1"/>
        </dgm:presLayoutVars>
      </dgm:prSet>
      <dgm:spPr/>
    </dgm:pt>
    <dgm:pt modelId="{71094B5C-A594-4000-82EA-85141D622D71}" type="pres">
      <dgm:prSet presAssocID="{797FEAB6-E26E-4F8D-8319-C6582D945655}" presName="descendantText" presStyleLbl="alignAccFollowNode1" presStyleIdx="2" presStyleCnt="3">
        <dgm:presLayoutVars>
          <dgm:bulletEnabled val="1"/>
        </dgm:presLayoutVars>
      </dgm:prSet>
      <dgm:spPr/>
    </dgm:pt>
  </dgm:ptLst>
  <dgm:cxnLst>
    <dgm:cxn modelId="{FE0D1F05-4260-48D7-AEAE-73BB1C0EF9B9}" srcId="{797FEAB6-E26E-4F8D-8319-C6582D945655}" destId="{D5BEAC89-573D-4F71-A186-9B9B4DEA29D3}" srcOrd="2" destOrd="0" parTransId="{861498F7-EDE4-4AC3-968A-FC96B3717B16}" sibTransId="{FE36E8F5-BBD9-4755-AEEB-D34AA5418AD8}"/>
    <dgm:cxn modelId="{3201DA15-6E61-4052-8DC9-3E2F87DCB5FB}" type="presOf" srcId="{565460A7-F1BB-4B0F-857C-A7BDA8E50280}" destId="{7F95DDB5-F30D-4EF4-B3B2-F3468531CFB7}" srcOrd="0" destOrd="0" presId="urn:microsoft.com/office/officeart/2005/8/layout/vList5"/>
    <dgm:cxn modelId="{90C4F317-2CA7-4A6A-A590-BDEF4A7F26B5}" srcId="{ABC4F391-6D57-4C91-9980-BF3B8C78F1B2}" destId="{9F0E62C7-A980-47C8-9B07-843AD819DD8A}" srcOrd="1" destOrd="0" parTransId="{0C174357-B500-441D-9CF0-9627E3741DD8}" sibTransId="{87971568-59A7-4E8A-A254-01C2CD45A6C6}"/>
    <dgm:cxn modelId="{DDFC5424-3590-47D1-82E6-7853BABE7012}" srcId="{565460A7-F1BB-4B0F-857C-A7BDA8E50280}" destId="{83F951D5-8620-4F50-B820-305FA80B6CA6}" srcOrd="2" destOrd="0" parTransId="{ACF6CBA5-2007-4E06-86BA-74D5918BFD23}" sibTransId="{2C3154F1-7F42-4516-BDAF-474882B8C09F}"/>
    <dgm:cxn modelId="{A426AD24-9F9D-4912-A915-2B5153173356}" type="presOf" srcId="{797FEAB6-E26E-4F8D-8319-C6582D945655}" destId="{9012A679-FC1F-40E7-B0E0-A6842658B797}" srcOrd="0" destOrd="0" presId="urn:microsoft.com/office/officeart/2005/8/layout/vList5"/>
    <dgm:cxn modelId="{18D6362C-4B31-40BD-A190-64DEF0BFD34F}" type="presOf" srcId="{EABC8761-8134-4505-A7C9-CB1B65F49510}" destId="{71094B5C-A594-4000-82EA-85141D622D71}" srcOrd="0" destOrd="1" presId="urn:microsoft.com/office/officeart/2005/8/layout/vList5"/>
    <dgm:cxn modelId="{9AED292E-DA74-4CE5-B2DF-849080CC054D}" type="presOf" srcId="{0E2BDEE9-11AC-414F-823C-BF93B00962DF}" destId="{F00C5024-109E-4CD4-B44D-8C58E0E46AC2}" srcOrd="0" destOrd="0" presId="urn:microsoft.com/office/officeart/2005/8/layout/vList5"/>
    <dgm:cxn modelId="{30BA6E3B-3810-487C-97A4-802631698451}" srcId="{797FEAB6-E26E-4F8D-8319-C6582D945655}" destId="{3FF3836C-EF99-4814-ADD7-7F6205B04404}" srcOrd="0" destOrd="0" parTransId="{973E8BCA-DE75-4CE4-BBAB-0F1631BB62AA}" sibTransId="{3EBFFC01-36BA-4D94-A563-8E3AAE7620E8}"/>
    <dgm:cxn modelId="{CE50A040-38D6-4FA1-BBC2-6D723AD85A7D}" type="presOf" srcId="{D5BEAC89-573D-4F71-A186-9B9B4DEA29D3}" destId="{71094B5C-A594-4000-82EA-85141D622D71}" srcOrd="0" destOrd="2" presId="urn:microsoft.com/office/officeart/2005/8/layout/vList5"/>
    <dgm:cxn modelId="{B0C2C75C-BE13-4D9E-9EF9-BA8BFDDEC8CF}" type="presOf" srcId="{A4011CD7-509E-4AD5-9359-44B5D554FB39}" destId="{F00C5024-109E-4CD4-B44D-8C58E0E46AC2}" srcOrd="0" destOrd="1" presId="urn:microsoft.com/office/officeart/2005/8/layout/vList5"/>
    <dgm:cxn modelId="{95CF6768-4D1A-48BD-9F0F-AA40EEA59C96}" srcId="{9F0E62C7-A980-47C8-9B07-843AD819DD8A}" destId="{BBF3A2B1-BA1E-4836-9504-E1319AE83142}" srcOrd="0" destOrd="0" parTransId="{34DD2011-920E-4034-8B52-34B135337432}" sibTransId="{2E59A448-3E18-4647-BA40-8947AAE3E31E}"/>
    <dgm:cxn modelId="{34997E4E-D385-410B-989A-3C5F9B967626}" type="presOf" srcId="{BBF3A2B1-BA1E-4836-9504-E1319AE83142}" destId="{E4967865-1D35-443D-A90D-F823D6394AC3}" srcOrd="0" destOrd="0" presId="urn:microsoft.com/office/officeart/2005/8/layout/vList5"/>
    <dgm:cxn modelId="{CEB27979-E216-45FE-BCE1-46E4DD099138}" srcId="{565460A7-F1BB-4B0F-857C-A7BDA8E50280}" destId="{0E2BDEE9-11AC-414F-823C-BF93B00962DF}" srcOrd="0" destOrd="0" parTransId="{92B12290-3798-4413-9615-44CD5FA80EAA}" sibTransId="{32F743FF-6F2D-46B2-BFB7-A88E2F3384BB}"/>
    <dgm:cxn modelId="{C49441A2-29C6-4F3E-8FBC-B1D777D14714}" srcId="{9F0E62C7-A980-47C8-9B07-843AD819DD8A}" destId="{2ABDA0A8-C249-43C2-A89C-B53A54931874}" srcOrd="1" destOrd="0" parTransId="{1E0D1376-D149-429B-B87F-41963ECC2DF7}" sibTransId="{E56A9E7B-6602-410A-988A-5D4D855D4572}"/>
    <dgm:cxn modelId="{41201BB3-2401-42B7-A581-4C2786A7B3D7}" type="presOf" srcId="{ABC4F391-6D57-4C91-9980-BF3B8C78F1B2}" destId="{BD9729F1-BCBA-453F-8743-E371D487C1E7}" srcOrd="0" destOrd="0" presId="urn:microsoft.com/office/officeart/2005/8/layout/vList5"/>
    <dgm:cxn modelId="{E1A83CB7-6E4D-44E9-9B61-2BC8D8E49BB2}" type="presOf" srcId="{2ABDA0A8-C249-43C2-A89C-B53A54931874}" destId="{E4967865-1D35-443D-A90D-F823D6394AC3}" srcOrd="0" destOrd="1" presId="urn:microsoft.com/office/officeart/2005/8/layout/vList5"/>
    <dgm:cxn modelId="{42830DBD-42E5-4753-9647-924E0F49D580}" type="presOf" srcId="{3FF3836C-EF99-4814-ADD7-7F6205B04404}" destId="{71094B5C-A594-4000-82EA-85141D622D71}" srcOrd="0" destOrd="0" presId="urn:microsoft.com/office/officeart/2005/8/layout/vList5"/>
    <dgm:cxn modelId="{5107E1C4-0B9C-438F-ADE9-23872049AD5A}" srcId="{797FEAB6-E26E-4F8D-8319-C6582D945655}" destId="{EABC8761-8134-4505-A7C9-CB1B65F49510}" srcOrd="1" destOrd="0" parTransId="{E2205A98-7278-4196-9307-E8EBF3FFF38B}" sibTransId="{BF905FB0-9A8B-486A-BC86-08F517497C9E}"/>
    <dgm:cxn modelId="{9EBD9FC9-071F-4AC0-9F5A-9C8E5A59C095}" type="presOf" srcId="{F9650000-5D66-4326-945B-60310E66FFE2}" destId="{F00C5024-109E-4CD4-B44D-8C58E0E46AC2}" srcOrd="0" destOrd="3" presId="urn:microsoft.com/office/officeart/2005/8/layout/vList5"/>
    <dgm:cxn modelId="{79B5A9CF-4B87-48EB-AD13-C37B53669D74}" srcId="{9F0E62C7-A980-47C8-9B07-843AD819DD8A}" destId="{E5550CDD-FA7A-4339-9311-D3676CD86675}" srcOrd="2" destOrd="0" parTransId="{A76D6937-2FE2-4194-B7CF-4B60DE53A426}" sibTransId="{E309C6BE-ED75-4061-B3E4-DA87022B7C5D}"/>
    <dgm:cxn modelId="{A0A4D0D4-74F1-4A22-AA91-164A1B354D6E}" srcId="{ABC4F391-6D57-4C91-9980-BF3B8C78F1B2}" destId="{797FEAB6-E26E-4F8D-8319-C6582D945655}" srcOrd="2" destOrd="0" parTransId="{20A9C55B-0285-44C1-99AD-CB8E7A6B4E04}" sibTransId="{0FB3F98D-95DB-4F11-8C3B-FC478C8C39D5}"/>
    <dgm:cxn modelId="{C9A7B4D5-87A2-4699-85D6-9499594EE6F2}" type="presOf" srcId="{E5550CDD-FA7A-4339-9311-D3676CD86675}" destId="{E4967865-1D35-443D-A90D-F823D6394AC3}" srcOrd="0" destOrd="2" presId="urn:microsoft.com/office/officeart/2005/8/layout/vList5"/>
    <dgm:cxn modelId="{E66AB4DA-DBFD-49C6-986B-DAC32A08AC86}" type="presOf" srcId="{9F0E62C7-A980-47C8-9B07-843AD819DD8A}" destId="{14377080-43C7-47C4-B79E-2BE01BF67BDD}" srcOrd="0" destOrd="0" presId="urn:microsoft.com/office/officeart/2005/8/layout/vList5"/>
    <dgm:cxn modelId="{4E4B5EDC-3684-4626-ACC7-6B1D67B9B9C3}" srcId="{565460A7-F1BB-4B0F-857C-A7BDA8E50280}" destId="{A4011CD7-509E-4AD5-9359-44B5D554FB39}" srcOrd="1" destOrd="0" parTransId="{F90326F0-6FF6-42D1-90DF-2CF488ED7802}" sibTransId="{D4567B85-2DCB-4EC1-BF7D-935A83706F3C}"/>
    <dgm:cxn modelId="{B00A76E6-93CA-48D5-B4AA-1CC780B2261E}" srcId="{565460A7-F1BB-4B0F-857C-A7BDA8E50280}" destId="{F9650000-5D66-4326-945B-60310E66FFE2}" srcOrd="3" destOrd="0" parTransId="{20B06095-C666-489F-9CF3-1800AFE89704}" sibTransId="{58774EA1-AD5A-48B3-8EAE-5216F9B046AF}"/>
    <dgm:cxn modelId="{301AADE9-42A3-4D9A-A7B8-BD1C40B2475C}" type="presOf" srcId="{83F951D5-8620-4F50-B820-305FA80B6CA6}" destId="{F00C5024-109E-4CD4-B44D-8C58E0E46AC2}" srcOrd="0" destOrd="2" presId="urn:microsoft.com/office/officeart/2005/8/layout/vList5"/>
    <dgm:cxn modelId="{BF86F4FB-3F82-4BB9-9414-C481C745F12C}" srcId="{ABC4F391-6D57-4C91-9980-BF3B8C78F1B2}" destId="{565460A7-F1BB-4B0F-857C-A7BDA8E50280}" srcOrd="0" destOrd="0" parTransId="{8D9714EE-3119-4C6E-9452-D1B25473B81C}" sibTransId="{6F699EC5-4271-4BB3-ACA6-4E044D97223E}"/>
    <dgm:cxn modelId="{56CC8C5A-8EFB-4C8F-B6D3-4F5923F9843A}" type="presParOf" srcId="{BD9729F1-BCBA-453F-8743-E371D487C1E7}" destId="{6DE83490-638B-4288-9E15-56ACE036EB21}" srcOrd="0" destOrd="0" presId="urn:microsoft.com/office/officeart/2005/8/layout/vList5"/>
    <dgm:cxn modelId="{C0ECACB7-F5D8-47C0-ABDF-B130A2AB6710}" type="presParOf" srcId="{6DE83490-638B-4288-9E15-56ACE036EB21}" destId="{7F95DDB5-F30D-4EF4-B3B2-F3468531CFB7}" srcOrd="0" destOrd="0" presId="urn:microsoft.com/office/officeart/2005/8/layout/vList5"/>
    <dgm:cxn modelId="{5839AACB-C30A-4D89-B72F-D78F285A395E}" type="presParOf" srcId="{6DE83490-638B-4288-9E15-56ACE036EB21}" destId="{F00C5024-109E-4CD4-B44D-8C58E0E46AC2}" srcOrd="1" destOrd="0" presId="urn:microsoft.com/office/officeart/2005/8/layout/vList5"/>
    <dgm:cxn modelId="{4A794669-31FF-446F-A0A0-A3DCCE065863}" type="presParOf" srcId="{BD9729F1-BCBA-453F-8743-E371D487C1E7}" destId="{45BCB5AF-47C8-4CCF-9F44-69A55C7A6A82}" srcOrd="1" destOrd="0" presId="urn:microsoft.com/office/officeart/2005/8/layout/vList5"/>
    <dgm:cxn modelId="{1AB71CB0-3A8B-49AA-9A9D-4E5033833F4C}" type="presParOf" srcId="{BD9729F1-BCBA-453F-8743-E371D487C1E7}" destId="{A970922D-5A30-4E1E-99B8-DF710838182A}" srcOrd="2" destOrd="0" presId="urn:microsoft.com/office/officeart/2005/8/layout/vList5"/>
    <dgm:cxn modelId="{1DE3DFA3-C616-4F40-B12E-7CB1E262072B}" type="presParOf" srcId="{A970922D-5A30-4E1E-99B8-DF710838182A}" destId="{14377080-43C7-47C4-B79E-2BE01BF67BDD}" srcOrd="0" destOrd="0" presId="urn:microsoft.com/office/officeart/2005/8/layout/vList5"/>
    <dgm:cxn modelId="{58419986-F57B-4DE8-8C40-91643F2E3AB2}" type="presParOf" srcId="{A970922D-5A30-4E1E-99B8-DF710838182A}" destId="{E4967865-1D35-443D-A90D-F823D6394AC3}" srcOrd="1" destOrd="0" presId="urn:microsoft.com/office/officeart/2005/8/layout/vList5"/>
    <dgm:cxn modelId="{46F0BC80-AFBF-4424-825D-905ACEC34EBD}" type="presParOf" srcId="{BD9729F1-BCBA-453F-8743-E371D487C1E7}" destId="{B77C3682-4BFD-4072-BE9B-F44B07E76410}" srcOrd="3" destOrd="0" presId="urn:microsoft.com/office/officeart/2005/8/layout/vList5"/>
    <dgm:cxn modelId="{12768EF6-9766-4E9E-8129-87BC75BCFED3}" type="presParOf" srcId="{BD9729F1-BCBA-453F-8743-E371D487C1E7}" destId="{A8F09B0F-A8D0-460B-AF8D-AF8DDA272A31}" srcOrd="4" destOrd="0" presId="urn:microsoft.com/office/officeart/2005/8/layout/vList5"/>
    <dgm:cxn modelId="{26A31EF0-653A-4C1F-825B-8B60DBFDCE63}" type="presParOf" srcId="{A8F09B0F-A8D0-460B-AF8D-AF8DDA272A31}" destId="{9012A679-FC1F-40E7-B0E0-A6842658B797}" srcOrd="0" destOrd="0" presId="urn:microsoft.com/office/officeart/2005/8/layout/vList5"/>
    <dgm:cxn modelId="{AC4FDA95-1487-43E9-B931-C3D5AE1CA2D0}" type="presParOf" srcId="{A8F09B0F-A8D0-460B-AF8D-AF8DDA272A31}" destId="{71094B5C-A594-4000-82EA-85141D622D71}"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C4F391-6D57-4C91-9980-BF3B8C78F1B2}" type="doc">
      <dgm:prSet loTypeId="urn:microsoft.com/office/officeart/2005/8/layout/vList5" loCatId="list" qsTypeId="urn:microsoft.com/office/officeart/2005/8/quickstyle/simple1#2" qsCatId="simple" csTypeId="urn:microsoft.com/office/officeart/2005/8/colors/accent5_2#1" csCatId="accent5" phldr="1"/>
      <dgm:spPr/>
      <dgm:t>
        <a:bodyPr/>
        <a:lstStyle/>
        <a:p>
          <a:endParaRPr lang="en-US"/>
        </a:p>
      </dgm:t>
    </dgm:pt>
    <dgm:pt modelId="{B6410218-3BAF-48BD-9898-C0A7F1E63875}">
      <dgm:prSet custT="1"/>
      <dgm:spPr/>
      <dgm:t>
        <a:bodyPr/>
        <a:lstStyle/>
        <a:p>
          <a:r>
            <a:rPr lang="en-US" sz="1600" b="0"/>
            <a:t>Functionality not available : equivalent function on roadmap</a:t>
          </a:r>
          <a:endParaRPr lang="en-US" sz="1600"/>
        </a:p>
      </dgm:t>
    </dgm:pt>
    <dgm:pt modelId="{62F52BC1-30BA-4B7E-95C9-3E1746D9C304}" type="parTrans" cxnId="{9E784813-DEEB-4F92-B775-4995C4F25A1F}">
      <dgm:prSet/>
      <dgm:spPr/>
      <dgm:t>
        <a:bodyPr/>
        <a:lstStyle/>
        <a:p>
          <a:endParaRPr lang="en-US"/>
        </a:p>
      </dgm:t>
    </dgm:pt>
    <dgm:pt modelId="{B670B834-A3DC-4209-A193-549219EDB52A}" type="sibTrans" cxnId="{9E784813-DEEB-4F92-B775-4995C4F25A1F}">
      <dgm:prSet/>
      <dgm:spPr/>
      <dgm:t>
        <a:bodyPr/>
        <a:lstStyle/>
        <a:p>
          <a:endParaRPr lang="en-US"/>
        </a:p>
      </dgm:t>
    </dgm:pt>
    <dgm:pt modelId="{525A292D-E34B-4BAD-8B73-CF2255BFEA68}">
      <dgm:prSet/>
      <dgm:spPr/>
      <dgm:t>
        <a:bodyPr/>
        <a:lstStyle/>
        <a:p>
          <a:r>
            <a:rPr lang="en-US"/>
            <a:t>Deprecated or unavailable components used in custom code, might have equivalents in future release of S/4 HANA</a:t>
          </a:r>
        </a:p>
      </dgm:t>
    </dgm:pt>
    <dgm:pt modelId="{C7EC2B82-E9EF-47B6-8766-12F0135763BA}" type="parTrans" cxnId="{79B392B7-C83C-46D3-B005-11D0D0E3464B}">
      <dgm:prSet/>
      <dgm:spPr/>
      <dgm:t>
        <a:bodyPr/>
        <a:lstStyle/>
        <a:p>
          <a:endParaRPr lang="en-US"/>
        </a:p>
      </dgm:t>
    </dgm:pt>
    <dgm:pt modelId="{5348138C-1999-433F-9AFC-AD3C051F4BB6}" type="sibTrans" cxnId="{79B392B7-C83C-46D3-B005-11D0D0E3464B}">
      <dgm:prSet/>
      <dgm:spPr/>
      <dgm:t>
        <a:bodyPr/>
        <a:lstStyle/>
        <a:p>
          <a:endParaRPr lang="en-US"/>
        </a:p>
      </dgm:t>
    </dgm:pt>
    <dgm:pt modelId="{7F876093-BA18-4774-B069-4B039527CF07}">
      <dgm:prSet/>
      <dgm:spPr/>
      <dgm:t>
        <a:bodyPr/>
        <a:lstStyle/>
        <a:p>
          <a:r>
            <a:rPr lang="en-US"/>
            <a:t>Detailed assessment needed</a:t>
          </a:r>
        </a:p>
      </dgm:t>
    </dgm:pt>
    <dgm:pt modelId="{84C4FAC1-448F-45D2-809C-3B9F3E5E06B7}" type="parTrans" cxnId="{B04CB776-D714-4FED-B074-F2D1472615A3}">
      <dgm:prSet/>
      <dgm:spPr/>
      <dgm:t>
        <a:bodyPr/>
        <a:lstStyle/>
        <a:p>
          <a:endParaRPr lang="en-US"/>
        </a:p>
      </dgm:t>
    </dgm:pt>
    <dgm:pt modelId="{E734AF8B-C95A-4075-9862-F737E6AC21BA}" type="sibTrans" cxnId="{B04CB776-D714-4FED-B074-F2D1472615A3}">
      <dgm:prSet/>
      <dgm:spPr/>
      <dgm:t>
        <a:bodyPr/>
        <a:lstStyle/>
        <a:p>
          <a:endParaRPr lang="en-US"/>
        </a:p>
      </dgm:t>
    </dgm:pt>
    <dgm:pt modelId="{DB697300-EF3B-4268-B185-D109A67779DF}">
      <dgm:prSet custT="1"/>
      <dgm:spPr/>
      <dgm:t>
        <a:bodyPr/>
        <a:lstStyle/>
        <a:p>
          <a:r>
            <a:rPr lang="en-US" sz="1600" b="0"/>
            <a:t>Functionality not available: Functional equivalent available</a:t>
          </a:r>
          <a:endParaRPr lang="en-US" sz="1600"/>
        </a:p>
      </dgm:t>
    </dgm:pt>
    <dgm:pt modelId="{4A94B81A-88C8-4391-ACBF-0F0AEBF9BFC5}" type="parTrans" cxnId="{226B0A36-B549-4C4B-9203-9AD07E6C535B}">
      <dgm:prSet/>
      <dgm:spPr/>
      <dgm:t>
        <a:bodyPr/>
        <a:lstStyle/>
        <a:p>
          <a:endParaRPr lang="en-US"/>
        </a:p>
      </dgm:t>
    </dgm:pt>
    <dgm:pt modelId="{8A46C8F6-18AA-4669-926C-F32AE235F633}" type="sibTrans" cxnId="{226B0A36-B549-4C4B-9203-9AD07E6C535B}">
      <dgm:prSet/>
      <dgm:spPr/>
      <dgm:t>
        <a:bodyPr/>
        <a:lstStyle/>
        <a:p>
          <a:endParaRPr lang="en-US"/>
        </a:p>
      </dgm:t>
    </dgm:pt>
    <dgm:pt modelId="{804D7D9B-7907-45F1-BCF1-4FE43034540F}">
      <dgm:prSet/>
      <dgm:spPr/>
      <dgm:t>
        <a:bodyPr/>
        <a:lstStyle/>
        <a:p>
          <a:r>
            <a:rPr lang="en-US"/>
            <a:t>Deprecated or unavailable components used in custom code, equivalent functions available.</a:t>
          </a:r>
        </a:p>
      </dgm:t>
    </dgm:pt>
    <dgm:pt modelId="{82E1A7C7-055E-4CFF-BB30-F238283A0E12}" type="parTrans" cxnId="{8C4AA0F4-F17F-4755-B41F-EB2DB05D22E5}">
      <dgm:prSet/>
      <dgm:spPr/>
      <dgm:t>
        <a:bodyPr/>
        <a:lstStyle/>
        <a:p>
          <a:endParaRPr lang="en-US"/>
        </a:p>
      </dgm:t>
    </dgm:pt>
    <dgm:pt modelId="{CB122E80-2F20-4ACA-BB7D-DB0F0AA25C14}" type="sibTrans" cxnId="{8C4AA0F4-F17F-4755-B41F-EB2DB05D22E5}">
      <dgm:prSet/>
      <dgm:spPr/>
      <dgm:t>
        <a:bodyPr/>
        <a:lstStyle/>
        <a:p>
          <a:endParaRPr lang="en-US"/>
        </a:p>
      </dgm:t>
    </dgm:pt>
    <dgm:pt modelId="{6D72AE93-6434-414D-BFEA-DA51B0312AD9}">
      <dgm:prSet/>
      <dgm:spPr/>
      <dgm:t>
        <a:bodyPr/>
        <a:lstStyle/>
        <a:p>
          <a:r>
            <a:rPr lang="en-US"/>
            <a:t>Detailed assessment needed</a:t>
          </a:r>
        </a:p>
      </dgm:t>
    </dgm:pt>
    <dgm:pt modelId="{4B60A946-1C4B-4CE5-92A2-B4964D16B512}" type="parTrans" cxnId="{E21B2906-459B-48D8-A581-660F4A6B7154}">
      <dgm:prSet/>
      <dgm:spPr/>
      <dgm:t>
        <a:bodyPr/>
        <a:lstStyle/>
        <a:p>
          <a:endParaRPr lang="en-US"/>
        </a:p>
      </dgm:t>
    </dgm:pt>
    <dgm:pt modelId="{4B75DB82-50CA-4ED5-B1DB-B742FFAAF24C}" type="sibTrans" cxnId="{E21B2906-459B-48D8-A581-660F4A6B7154}">
      <dgm:prSet/>
      <dgm:spPr/>
      <dgm:t>
        <a:bodyPr/>
        <a:lstStyle/>
        <a:p>
          <a:endParaRPr lang="en-US"/>
        </a:p>
      </dgm:t>
    </dgm:pt>
    <dgm:pt modelId="{3A0836C6-BC00-488A-8F24-38ECCA50D38A}">
      <dgm:prSet custT="1"/>
      <dgm:spPr/>
      <dgm:t>
        <a:bodyPr/>
        <a:lstStyle/>
        <a:p>
          <a:r>
            <a:rPr lang="en-US" sz="1600" b="0"/>
            <a:t>Functionality not available: No functional equivalent</a:t>
          </a:r>
          <a:endParaRPr lang="en-US" sz="1600"/>
        </a:p>
      </dgm:t>
    </dgm:pt>
    <dgm:pt modelId="{833AB274-390F-4E1C-A8CC-A239A64FBBA3}" type="parTrans" cxnId="{E088B322-30C3-4368-B1AA-AAC3045FE770}">
      <dgm:prSet/>
      <dgm:spPr/>
      <dgm:t>
        <a:bodyPr/>
        <a:lstStyle/>
        <a:p>
          <a:endParaRPr lang="en-US"/>
        </a:p>
      </dgm:t>
    </dgm:pt>
    <dgm:pt modelId="{239AB0B9-D782-45E2-9FF3-3E5A5FE330FA}" type="sibTrans" cxnId="{E088B322-30C3-4368-B1AA-AAC3045FE770}">
      <dgm:prSet/>
      <dgm:spPr/>
      <dgm:t>
        <a:bodyPr/>
        <a:lstStyle/>
        <a:p>
          <a:endParaRPr lang="en-US"/>
        </a:p>
      </dgm:t>
    </dgm:pt>
    <dgm:pt modelId="{EFE90C09-9AB9-46C0-84DA-1B33E7A511D8}">
      <dgm:prSet/>
      <dgm:spPr/>
      <dgm:t>
        <a:bodyPr/>
        <a:lstStyle/>
        <a:p>
          <a:r>
            <a:rPr lang="en-US"/>
            <a:t>Deprecated or unavailable components used in custom code</a:t>
          </a:r>
        </a:p>
      </dgm:t>
    </dgm:pt>
    <dgm:pt modelId="{46E7EBAD-8480-45A6-8AE2-F3E623C5A912}" type="parTrans" cxnId="{3A912CC6-35E9-4CF2-8341-69A4B32FBA5E}">
      <dgm:prSet/>
      <dgm:spPr/>
      <dgm:t>
        <a:bodyPr/>
        <a:lstStyle/>
        <a:p>
          <a:endParaRPr lang="en-US"/>
        </a:p>
      </dgm:t>
    </dgm:pt>
    <dgm:pt modelId="{9824E60C-4B34-4E1A-A72A-8EE98009425F}" type="sibTrans" cxnId="{3A912CC6-35E9-4CF2-8341-69A4B32FBA5E}">
      <dgm:prSet/>
      <dgm:spPr/>
      <dgm:t>
        <a:bodyPr/>
        <a:lstStyle/>
        <a:p>
          <a:endParaRPr lang="en-US"/>
        </a:p>
      </dgm:t>
    </dgm:pt>
    <dgm:pt modelId="{1C385B7B-DE91-43A0-8DAE-0FB52644E7F8}">
      <dgm:prSet/>
      <dgm:spPr/>
      <dgm:t>
        <a:bodyPr/>
        <a:lstStyle/>
        <a:p>
          <a:r>
            <a:rPr lang="en-US"/>
            <a:t>Detailed assessment needed</a:t>
          </a:r>
        </a:p>
      </dgm:t>
    </dgm:pt>
    <dgm:pt modelId="{98B7A9DC-CC23-4AFF-9FA1-00B1FA46F098}" type="parTrans" cxnId="{117A676C-55C0-4BFA-B5B6-804B4C343ABB}">
      <dgm:prSet/>
      <dgm:spPr/>
      <dgm:t>
        <a:bodyPr/>
        <a:lstStyle/>
        <a:p>
          <a:endParaRPr lang="en-US"/>
        </a:p>
      </dgm:t>
    </dgm:pt>
    <dgm:pt modelId="{A540D019-2F46-4800-BC60-D3C959F7CF74}" type="sibTrans" cxnId="{117A676C-55C0-4BFA-B5B6-804B4C343ABB}">
      <dgm:prSet/>
      <dgm:spPr/>
      <dgm:t>
        <a:bodyPr/>
        <a:lstStyle/>
        <a:p>
          <a:endParaRPr lang="en-US"/>
        </a:p>
      </dgm:t>
    </dgm:pt>
    <dgm:pt modelId="{BD9729F1-BCBA-453F-8743-E371D487C1E7}" type="pres">
      <dgm:prSet presAssocID="{ABC4F391-6D57-4C91-9980-BF3B8C78F1B2}" presName="Name0" presStyleCnt="0">
        <dgm:presLayoutVars>
          <dgm:dir/>
          <dgm:animLvl val="lvl"/>
          <dgm:resizeHandles val="exact"/>
        </dgm:presLayoutVars>
      </dgm:prSet>
      <dgm:spPr/>
    </dgm:pt>
    <dgm:pt modelId="{C337D61A-4872-4487-80E4-A868F89A8C64}" type="pres">
      <dgm:prSet presAssocID="{B6410218-3BAF-48BD-9898-C0A7F1E63875}" presName="linNode" presStyleCnt="0"/>
      <dgm:spPr/>
    </dgm:pt>
    <dgm:pt modelId="{4B3AF18B-3121-4B34-ABA7-85F3E83880BE}" type="pres">
      <dgm:prSet presAssocID="{B6410218-3BAF-48BD-9898-C0A7F1E63875}" presName="parentText" presStyleLbl="node1" presStyleIdx="0" presStyleCnt="3">
        <dgm:presLayoutVars>
          <dgm:chMax val="1"/>
          <dgm:bulletEnabled val="1"/>
        </dgm:presLayoutVars>
      </dgm:prSet>
      <dgm:spPr/>
    </dgm:pt>
    <dgm:pt modelId="{758B4732-14EA-4257-9704-6F6927ED681E}" type="pres">
      <dgm:prSet presAssocID="{B6410218-3BAF-48BD-9898-C0A7F1E63875}" presName="descendantText" presStyleLbl="alignAccFollowNode1" presStyleIdx="0" presStyleCnt="3">
        <dgm:presLayoutVars>
          <dgm:bulletEnabled val="1"/>
        </dgm:presLayoutVars>
      </dgm:prSet>
      <dgm:spPr/>
    </dgm:pt>
    <dgm:pt modelId="{F5AE10CA-A57B-4114-81BE-6640FB09EA95}" type="pres">
      <dgm:prSet presAssocID="{B670B834-A3DC-4209-A193-549219EDB52A}" presName="sp" presStyleCnt="0"/>
      <dgm:spPr/>
    </dgm:pt>
    <dgm:pt modelId="{26848619-107A-424F-86F5-00F62B57B655}" type="pres">
      <dgm:prSet presAssocID="{DB697300-EF3B-4268-B185-D109A67779DF}" presName="linNode" presStyleCnt="0"/>
      <dgm:spPr/>
    </dgm:pt>
    <dgm:pt modelId="{81DE25FC-D433-4F32-8C73-3A34D43BA5C7}" type="pres">
      <dgm:prSet presAssocID="{DB697300-EF3B-4268-B185-D109A67779DF}" presName="parentText" presStyleLbl="node1" presStyleIdx="1" presStyleCnt="3">
        <dgm:presLayoutVars>
          <dgm:chMax val="1"/>
          <dgm:bulletEnabled val="1"/>
        </dgm:presLayoutVars>
      </dgm:prSet>
      <dgm:spPr/>
    </dgm:pt>
    <dgm:pt modelId="{6831B968-1318-49B5-BCEC-478406EECFA1}" type="pres">
      <dgm:prSet presAssocID="{DB697300-EF3B-4268-B185-D109A67779DF}" presName="descendantText" presStyleLbl="alignAccFollowNode1" presStyleIdx="1" presStyleCnt="3">
        <dgm:presLayoutVars>
          <dgm:bulletEnabled val="1"/>
        </dgm:presLayoutVars>
      </dgm:prSet>
      <dgm:spPr/>
    </dgm:pt>
    <dgm:pt modelId="{7B098AEC-D5C7-4468-A93C-3B43C8C7DA59}" type="pres">
      <dgm:prSet presAssocID="{8A46C8F6-18AA-4669-926C-F32AE235F633}" presName="sp" presStyleCnt="0"/>
      <dgm:spPr/>
    </dgm:pt>
    <dgm:pt modelId="{A15063A9-4174-45E9-BC69-BC253D552771}" type="pres">
      <dgm:prSet presAssocID="{3A0836C6-BC00-488A-8F24-38ECCA50D38A}" presName="linNode" presStyleCnt="0"/>
      <dgm:spPr/>
    </dgm:pt>
    <dgm:pt modelId="{7B9AA8CF-2E78-4C81-A223-6662E0F24025}" type="pres">
      <dgm:prSet presAssocID="{3A0836C6-BC00-488A-8F24-38ECCA50D38A}" presName="parentText" presStyleLbl="node1" presStyleIdx="2" presStyleCnt="3">
        <dgm:presLayoutVars>
          <dgm:chMax val="1"/>
          <dgm:bulletEnabled val="1"/>
        </dgm:presLayoutVars>
      </dgm:prSet>
      <dgm:spPr/>
    </dgm:pt>
    <dgm:pt modelId="{544D0F4F-2D2B-4579-961D-EB41F4F766BE}" type="pres">
      <dgm:prSet presAssocID="{3A0836C6-BC00-488A-8F24-38ECCA50D38A}" presName="descendantText" presStyleLbl="alignAccFollowNode1" presStyleIdx="2" presStyleCnt="3">
        <dgm:presLayoutVars>
          <dgm:bulletEnabled val="1"/>
        </dgm:presLayoutVars>
      </dgm:prSet>
      <dgm:spPr/>
    </dgm:pt>
  </dgm:ptLst>
  <dgm:cxnLst>
    <dgm:cxn modelId="{E21B2906-459B-48D8-A581-660F4A6B7154}" srcId="{DB697300-EF3B-4268-B185-D109A67779DF}" destId="{6D72AE93-6434-414D-BFEA-DA51B0312AD9}" srcOrd="1" destOrd="0" parTransId="{4B60A946-1C4B-4CE5-92A2-B4964D16B512}" sibTransId="{4B75DB82-50CA-4ED5-B1DB-B742FFAAF24C}"/>
    <dgm:cxn modelId="{9E784813-DEEB-4F92-B775-4995C4F25A1F}" srcId="{ABC4F391-6D57-4C91-9980-BF3B8C78F1B2}" destId="{B6410218-3BAF-48BD-9898-C0A7F1E63875}" srcOrd="0" destOrd="0" parTransId="{62F52BC1-30BA-4B7E-95C9-3E1746D9C304}" sibTransId="{B670B834-A3DC-4209-A193-549219EDB52A}"/>
    <dgm:cxn modelId="{8853BC17-A03B-4AE3-A0F9-64B6A447B8A5}" type="presOf" srcId="{B6410218-3BAF-48BD-9898-C0A7F1E63875}" destId="{4B3AF18B-3121-4B34-ABA7-85F3E83880BE}" srcOrd="0" destOrd="0" presId="urn:microsoft.com/office/officeart/2005/8/layout/vList5"/>
    <dgm:cxn modelId="{E088B322-30C3-4368-B1AA-AAC3045FE770}" srcId="{ABC4F391-6D57-4C91-9980-BF3B8C78F1B2}" destId="{3A0836C6-BC00-488A-8F24-38ECCA50D38A}" srcOrd="2" destOrd="0" parTransId="{833AB274-390F-4E1C-A8CC-A239A64FBBA3}" sibTransId="{239AB0B9-D782-45E2-9FF3-3E5A5FE330FA}"/>
    <dgm:cxn modelId="{226B0A36-B549-4C4B-9203-9AD07E6C535B}" srcId="{ABC4F391-6D57-4C91-9980-BF3B8C78F1B2}" destId="{DB697300-EF3B-4268-B185-D109A67779DF}" srcOrd="1" destOrd="0" parTransId="{4A94B81A-88C8-4391-ACBF-0F0AEBF9BFC5}" sibTransId="{8A46C8F6-18AA-4669-926C-F32AE235F633}"/>
    <dgm:cxn modelId="{117A676C-55C0-4BFA-B5B6-804B4C343ABB}" srcId="{3A0836C6-BC00-488A-8F24-38ECCA50D38A}" destId="{1C385B7B-DE91-43A0-8DAE-0FB52644E7F8}" srcOrd="1" destOrd="0" parTransId="{98B7A9DC-CC23-4AFF-9FA1-00B1FA46F098}" sibTransId="{A540D019-2F46-4800-BC60-D3C959F7CF74}"/>
    <dgm:cxn modelId="{97064673-94CB-4B55-B44C-AE334DD57F9D}" type="presOf" srcId="{6D72AE93-6434-414D-BFEA-DA51B0312AD9}" destId="{6831B968-1318-49B5-BCEC-478406EECFA1}" srcOrd="0" destOrd="1" presId="urn:microsoft.com/office/officeart/2005/8/layout/vList5"/>
    <dgm:cxn modelId="{B04CB776-D714-4FED-B074-F2D1472615A3}" srcId="{B6410218-3BAF-48BD-9898-C0A7F1E63875}" destId="{7F876093-BA18-4774-B069-4B039527CF07}" srcOrd="1" destOrd="0" parTransId="{84C4FAC1-448F-45D2-809C-3B9F3E5E06B7}" sibTransId="{E734AF8B-C95A-4075-9862-F737E6AC21BA}"/>
    <dgm:cxn modelId="{4D163586-559E-4CE8-883B-F7B6C4B169CF}" type="presOf" srcId="{DB697300-EF3B-4268-B185-D109A67779DF}" destId="{81DE25FC-D433-4F32-8C73-3A34D43BA5C7}" srcOrd="0" destOrd="0" presId="urn:microsoft.com/office/officeart/2005/8/layout/vList5"/>
    <dgm:cxn modelId="{05A8E798-ED1A-4892-A9E8-93E220116243}" type="presOf" srcId="{525A292D-E34B-4BAD-8B73-CF2255BFEA68}" destId="{758B4732-14EA-4257-9704-6F6927ED681E}" srcOrd="0" destOrd="0" presId="urn:microsoft.com/office/officeart/2005/8/layout/vList5"/>
    <dgm:cxn modelId="{E198D999-5D54-4E74-B1D3-4D3BA436E8B2}" type="presOf" srcId="{804D7D9B-7907-45F1-BCF1-4FE43034540F}" destId="{6831B968-1318-49B5-BCEC-478406EECFA1}" srcOrd="0" destOrd="0" presId="urn:microsoft.com/office/officeart/2005/8/layout/vList5"/>
    <dgm:cxn modelId="{BFD40D9D-1BA1-432B-B93D-46F61A40A0A6}" type="presOf" srcId="{EFE90C09-9AB9-46C0-84DA-1B33E7A511D8}" destId="{544D0F4F-2D2B-4579-961D-EB41F4F766BE}" srcOrd="0" destOrd="0" presId="urn:microsoft.com/office/officeart/2005/8/layout/vList5"/>
    <dgm:cxn modelId="{1B0B0CA8-683F-4B46-8091-C00B25F4B557}" type="presOf" srcId="{3A0836C6-BC00-488A-8F24-38ECCA50D38A}" destId="{7B9AA8CF-2E78-4C81-A223-6662E0F24025}" srcOrd="0" destOrd="0" presId="urn:microsoft.com/office/officeart/2005/8/layout/vList5"/>
    <dgm:cxn modelId="{17891AAC-4A6E-43DC-A792-3E1B30D18E46}" type="presOf" srcId="{1C385B7B-DE91-43A0-8DAE-0FB52644E7F8}" destId="{544D0F4F-2D2B-4579-961D-EB41F4F766BE}" srcOrd="0" destOrd="1" presId="urn:microsoft.com/office/officeart/2005/8/layout/vList5"/>
    <dgm:cxn modelId="{41201BB3-2401-42B7-A581-4C2786A7B3D7}" type="presOf" srcId="{ABC4F391-6D57-4C91-9980-BF3B8C78F1B2}" destId="{BD9729F1-BCBA-453F-8743-E371D487C1E7}" srcOrd="0" destOrd="0" presId="urn:microsoft.com/office/officeart/2005/8/layout/vList5"/>
    <dgm:cxn modelId="{79B392B7-C83C-46D3-B005-11D0D0E3464B}" srcId="{B6410218-3BAF-48BD-9898-C0A7F1E63875}" destId="{525A292D-E34B-4BAD-8B73-CF2255BFEA68}" srcOrd="0" destOrd="0" parTransId="{C7EC2B82-E9EF-47B6-8766-12F0135763BA}" sibTransId="{5348138C-1999-433F-9AFC-AD3C051F4BB6}"/>
    <dgm:cxn modelId="{3A912CC6-35E9-4CF2-8341-69A4B32FBA5E}" srcId="{3A0836C6-BC00-488A-8F24-38ECCA50D38A}" destId="{EFE90C09-9AB9-46C0-84DA-1B33E7A511D8}" srcOrd="0" destOrd="0" parTransId="{46E7EBAD-8480-45A6-8AE2-F3E623C5A912}" sibTransId="{9824E60C-4B34-4E1A-A72A-8EE98009425F}"/>
    <dgm:cxn modelId="{5623B4D7-BA8A-4D94-AC2F-B990688E66EC}" type="presOf" srcId="{7F876093-BA18-4774-B069-4B039527CF07}" destId="{758B4732-14EA-4257-9704-6F6927ED681E}" srcOrd="0" destOrd="1" presId="urn:microsoft.com/office/officeart/2005/8/layout/vList5"/>
    <dgm:cxn modelId="{8C4AA0F4-F17F-4755-B41F-EB2DB05D22E5}" srcId="{DB697300-EF3B-4268-B185-D109A67779DF}" destId="{804D7D9B-7907-45F1-BCF1-4FE43034540F}" srcOrd="0" destOrd="0" parTransId="{82E1A7C7-055E-4CFF-BB30-F238283A0E12}" sibTransId="{CB122E80-2F20-4ACA-BB7D-DB0F0AA25C14}"/>
    <dgm:cxn modelId="{AA2F6A8C-B7CD-48CB-AD5B-8255C198F223}" type="presParOf" srcId="{BD9729F1-BCBA-453F-8743-E371D487C1E7}" destId="{C337D61A-4872-4487-80E4-A868F89A8C64}" srcOrd="0" destOrd="0" presId="urn:microsoft.com/office/officeart/2005/8/layout/vList5"/>
    <dgm:cxn modelId="{05BB0227-BB95-4D9F-84E4-7D4024A9E567}" type="presParOf" srcId="{C337D61A-4872-4487-80E4-A868F89A8C64}" destId="{4B3AF18B-3121-4B34-ABA7-85F3E83880BE}" srcOrd="0" destOrd="0" presId="urn:microsoft.com/office/officeart/2005/8/layout/vList5"/>
    <dgm:cxn modelId="{89BF250E-02E2-481A-9C7F-6086696FA269}" type="presParOf" srcId="{C337D61A-4872-4487-80E4-A868F89A8C64}" destId="{758B4732-14EA-4257-9704-6F6927ED681E}" srcOrd="1" destOrd="0" presId="urn:microsoft.com/office/officeart/2005/8/layout/vList5"/>
    <dgm:cxn modelId="{4626912F-8E5B-45CA-9E12-7443F33B141B}" type="presParOf" srcId="{BD9729F1-BCBA-453F-8743-E371D487C1E7}" destId="{F5AE10CA-A57B-4114-81BE-6640FB09EA95}" srcOrd="1" destOrd="0" presId="urn:microsoft.com/office/officeart/2005/8/layout/vList5"/>
    <dgm:cxn modelId="{B017A9E9-07A9-47BB-8C37-82B7BDF3DE9A}" type="presParOf" srcId="{BD9729F1-BCBA-453F-8743-E371D487C1E7}" destId="{26848619-107A-424F-86F5-00F62B57B655}" srcOrd="2" destOrd="0" presId="urn:microsoft.com/office/officeart/2005/8/layout/vList5"/>
    <dgm:cxn modelId="{C144210E-3317-4ED4-94C4-9B37508FCD37}" type="presParOf" srcId="{26848619-107A-424F-86F5-00F62B57B655}" destId="{81DE25FC-D433-4F32-8C73-3A34D43BA5C7}" srcOrd="0" destOrd="0" presId="urn:microsoft.com/office/officeart/2005/8/layout/vList5"/>
    <dgm:cxn modelId="{A91B53B0-F2C6-49D3-B614-9206D3702B70}" type="presParOf" srcId="{26848619-107A-424F-86F5-00F62B57B655}" destId="{6831B968-1318-49B5-BCEC-478406EECFA1}" srcOrd="1" destOrd="0" presId="urn:microsoft.com/office/officeart/2005/8/layout/vList5"/>
    <dgm:cxn modelId="{17347A54-F262-4319-BB00-6BB4AD7F35EF}" type="presParOf" srcId="{BD9729F1-BCBA-453F-8743-E371D487C1E7}" destId="{7B098AEC-D5C7-4468-A93C-3B43C8C7DA59}" srcOrd="3" destOrd="0" presId="urn:microsoft.com/office/officeart/2005/8/layout/vList5"/>
    <dgm:cxn modelId="{25A8E405-E1DA-4977-8A10-A1641AA086EF}" type="presParOf" srcId="{BD9729F1-BCBA-453F-8743-E371D487C1E7}" destId="{A15063A9-4174-45E9-BC69-BC253D552771}" srcOrd="4" destOrd="0" presId="urn:microsoft.com/office/officeart/2005/8/layout/vList5"/>
    <dgm:cxn modelId="{7FAC6F6A-07C9-4812-8B28-46D682554D3D}" type="presParOf" srcId="{A15063A9-4174-45E9-BC69-BC253D552771}" destId="{7B9AA8CF-2E78-4C81-A223-6662E0F24025}" srcOrd="0" destOrd="0" presId="urn:microsoft.com/office/officeart/2005/8/layout/vList5"/>
    <dgm:cxn modelId="{08A2FDBF-C0C2-411A-936F-AD7334DECE4B}" type="presParOf" srcId="{A15063A9-4174-45E9-BC69-BC253D552771}" destId="{544D0F4F-2D2B-4579-961D-EB41F4F766BE}" srcOrd="1" destOrd="0" presId="urn:microsoft.com/office/officeart/2005/8/layout/vList5"/>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C5024-109E-4CD4-B44D-8C58E0E46AC2}">
      <dsp:nvSpPr>
        <dsp:cNvPr id="0" name=""/>
        <dsp:cNvSpPr/>
      </dsp:nvSpPr>
      <dsp:spPr>
        <a:xfrm rot="5400000">
          <a:off x="2915889" y="-896059"/>
          <a:ext cx="1215843" cy="3316528"/>
        </a:xfrm>
        <a:prstGeom prst="round2SameRect">
          <a:avLst/>
        </a:prstGeom>
        <a:solidFill>
          <a:schemeClr val="accent4">
            <a:lumMod val="40000"/>
            <a:lumOff val="60000"/>
            <a:alpha val="9000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sz="1100" kern="1200"/>
            <a:t>No impact to the business functionality</a:t>
          </a:r>
        </a:p>
        <a:p>
          <a:pPr marL="57150" lvl="1" indent="-57150" algn="l" defTabSz="488950">
            <a:lnSpc>
              <a:spcPct val="90000"/>
            </a:lnSpc>
            <a:spcBef>
              <a:spcPct val="0"/>
            </a:spcBef>
            <a:spcAft>
              <a:spcPct val="15000"/>
            </a:spcAft>
            <a:buChar char="•"/>
          </a:pPr>
          <a:r>
            <a:rPr lang="en-US" sz="1100" kern="1200"/>
            <a:t>Changes required to accommodate data model or interface changes</a:t>
          </a:r>
        </a:p>
        <a:p>
          <a:pPr marL="57150" lvl="1" indent="-57150" algn="l" defTabSz="488950">
            <a:lnSpc>
              <a:spcPct val="90000"/>
            </a:lnSpc>
            <a:spcBef>
              <a:spcPct val="0"/>
            </a:spcBef>
            <a:spcAft>
              <a:spcPct val="15000"/>
            </a:spcAft>
            <a:buChar char="•"/>
          </a:pPr>
          <a:r>
            <a:rPr lang="en-US" sz="1100" kern="1200"/>
            <a:t>Extension of field length of material master from 18 to 40 characters</a:t>
          </a:r>
        </a:p>
        <a:p>
          <a:pPr marL="57150" lvl="1" indent="-57150" algn="l" defTabSz="488950">
            <a:lnSpc>
              <a:spcPct val="90000"/>
            </a:lnSpc>
            <a:spcBef>
              <a:spcPct val="0"/>
            </a:spcBef>
            <a:spcAft>
              <a:spcPct val="15000"/>
            </a:spcAft>
            <a:buChar char="•"/>
          </a:pPr>
          <a:r>
            <a:rPr lang="en-US" sz="1100" kern="1200"/>
            <a:t>Example: MSEG, BSEG, etc.</a:t>
          </a:r>
        </a:p>
      </dsp:txBody>
      <dsp:txXfrm rot="-5400000">
        <a:off x="1865547" y="213636"/>
        <a:ext cx="3257175" cy="1097137"/>
      </dsp:txXfrm>
    </dsp:sp>
    <dsp:sp modelId="{7F95DDB5-F30D-4EF4-B3B2-F3468531CFB7}">
      <dsp:nvSpPr>
        <dsp:cNvPr id="0" name=""/>
        <dsp:cNvSpPr/>
      </dsp:nvSpPr>
      <dsp:spPr>
        <a:xfrm>
          <a:off x="0" y="2302"/>
          <a:ext cx="1865547" cy="1519804"/>
        </a:xfrm>
        <a:prstGeom prst="roundRect">
          <a:avLst/>
        </a:prstGeom>
        <a:solidFill>
          <a:schemeClr val="accent4"/>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0" kern="1200"/>
            <a:t>Syntactically incompatible change of existing functionality</a:t>
          </a:r>
          <a:endParaRPr lang="en-US" sz="1400" kern="1200"/>
        </a:p>
      </dsp:txBody>
      <dsp:txXfrm>
        <a:off x="74191" y="76493"/>
        <a:ext cx="1717165" cy="1371422"/>
      </dsp:txXfrm>
    </dsp:sp>
    <dsp:sp modelId="{E4967865-1D35-443D-A90D-F823D6394AC3}">
      <dsp:nvSpPr>
        <dsp:cNvPr id="0" name=""/>
        <dsp:cNvSpPr/>
      </dsp:nvSpPr>
      <dsp:spPr>
        <a:xfrm rot="5400000">
          <a:off x="2915889" y="699735"/>
          <a:ext cx="1215843" cy="331652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sz="1100" kern="1200"/>
            <a:t>Functionality has been changed/simplified in standard database tables. </a:t>
          </a:r>
        </a:p>
        <a:p>
          <a:pPr marL="57150" lvl="1" indent="-57150" algn="l" defTabSz="488950">
            <a:lnSpc>
              <a:spcPct val="90000"/>
            </a:lnSpc>
            <a:spcBef>
              <a:spcPct val="0"/>
            </a:spcBef>
            <a:spcAft>
              <a:spcPct val="15000"/>
            </a:spcAft>
            <a:buChar char="•"/>
          </a:pPr>
          <a:r>
            <a:rPr lang="en-US" sz="1100" kern="1200"/>
            <a:t>Custom code should be verified/corrected to work as per the changed function</a:t>
          </a:r>
        </a:p>
        <a:p>
          <a:pPr marL="57150" lvl="1" indent="-57150" algn="l" defTabSz="488950">
            <a:lnSpc>
              <a:spcPct val="90000"/>
            </a:lnSpc>
            <a:spcBef>
              <a:spcPct val="0"/>
            </a:spcBef>
            <a:spcAft>
              <a:spcPct val="15000"/>
            </a:spcAft>
            <a:buChar char="•"/>
          </a:pPr>
          <a:r>
            <a:rPr lang="en-US" sz="1100" kern="1200"/>
            <a:t>Example: VBRK, VBRP, SKA1, SKB1, etc.</a:t>
          </a:r>
        </a:p>
      </dsp:txBody>
      <dsp:txXfrm rot="-5400000">
        <a:off x="1865547" y="1809431"/>
        <a:ext cx="3257175" cy="1097137"/>
      </dsp:txXfrm>
    </dsp:sp>
    <dsp:sp modelId="{14377080-43C7-47C4-B79E-2BE01BF67BDD}">
      <dsp:nvSpPr>
        <dsp:cNvPr id="0" name=""/>
        <dsp:cNvSpPr/>
      </dsp:nvSpPr>
      <dsp:spPr>
        <a:xfrm>
          <a:off x="0" y="1598097"/>
          <a:ext cx="1865547" cy="15198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0" kern="1200"/>
            <a:t>Semantically incompatible change of existing functionality</a:t>
          </a:r>
          <a:endParaRPr lang="en-US" sz="1400" kern="1200"/>
        </a:p>
      </dsp:txBody>
      <dsp:txXfrm>
        <a:off x="74191" y="1672288"/>
        <a:ext cx="1717165" cy="1371422"/>
      </dsp:txXfrm>
    </dsp:sp>
    <dsp:sp modelId="{71094B5C-A594-4000-82EA-85141D622D71}">
      <dsp:nvSpPr>
        <dsp:cNvPr id="0" name=""/>
        <dsp:cNvSpPr/>
      </dsp:nvSpPr>
      <dsp:spPr>
        <a:xfrm rot="5400000">
          <a:off x="2915889" y="2295530"/>
          <a:ext cx="1215843" cy="331652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sz="1100" kern="1200"/>
            <a:t>Functionality will continue to work as is</a:t>
          </a:r>
        </a:p>
        <a:p>
          <a:pPr marL="57150" lvl="1" indent="-57150" algn="l" defTabSz="488950">
            <a:lnSpc>
              <a:spcPct val="90000"/>
            </a:lnSpc>
            <a:spcBef>
              <a:spcPct val="0"/>
            </a:spcBef>
            <a:spcAft>
              <a:spcPct val="15000"/>
            </a:spcAft>
            <a:buChar char="•"/>
          </a:pPr>
          <a:r>
            <a:rPr lang="en-US" sz="1100" kern="1200"/>
            <a:t>Subject to compatibility scope</a:t>
          </a:r>
        </a:p>
        <a:p>
          <a:pPr marL="57150" lvl="1" indent="-57150" algn="l" defTabSz="488950">
            <a:lnSpc>
              <a:spcPct val="90000"/>
            </a:lnSpc>
            <a:spcBef>
              <a:spcPct val="0"/>
            </a:spcBef>
            <a:spcAft>
              <a:spcPct val="15000"/>
            </a:spcAft>
            <a:buChar char="•"/>
          </a:pPr>
          <a:r>
            <a:rPr lang="en-US" sz="1100" kern="1200"/>
            <a:t>Example: Switch to API or Fiori </a:t>
          </a:r>
        </a:p>
      </dsp:txBody>
      <dsp:txXfrm rot="-5400000">
        <a:off x="1865547" y="3405226"/>
        <a:ext cx="3257175" cy="1097137"/>
      </dsp:txXfrm>
    </dsp:sp>
    <dsp:sp modelId="{9012A679-FC1F-40E7-B0E0-A6842658B797}">
      <dsp:nvSpPr>
        <dsp:cNvPr id="0" name=""/>
        <dsp:cNvSpPr/>
      </dsp:nvSpPr>
      <dsp:spPr>
        <a:xfrm>
          <a:off x="0" y="3193892"/>
          <a:ext cx="1865547" cy="15198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0" kern="1200"/>
            <a:t>Non-Strategic Function</a:t>
          </a:r>
          <a:endParaRPr lang="en-US" sz="1400" kern="1200"/>
        </a:p>
      </dsp:txBody>
      <dsp:txXfrm>
        <a:off x="74191" y="3268083"/>
        <a:ext cx="1717165" cy="13714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8B4732-14EA-4257-9704-6F6927ED681E}">
      <dsp:nvSpPr>
        <dsp:cNvPr id="0" name=""/>
        <dsp:cNvSpPr/>
      </dsp:nvSpPr>
      <dsp:spPr>
        <a:xfrm rot="5400000">
          <a:off x="3406522" y="-1126945"/>
          <a:ext cx="1215843" cy="3778300"/>
        </a:xfrm>
        <a:prstGeom prst="round2SameRect">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Deprecated or unavailable components used in custom code, might have equivalents in future release of S/4 HANA</a:t>
          </a:r>
        </a:p>
        <a:p>
          <a:pPr marL="171450" lvl="1" indent="-171450" algn="l" defTabSz="711200">
            <a:lnSpc>
              <a:spcPct val="90000"/>
            </a:lnSpc>
            <a:spcBef>
              <a:spcPct val="0"/>
            </a:spcBef>
            <a:spcAft>
              <a:spcPct val="15000"/>
            </a:spcAft>
            <a:buChar char="•"/>
          </a:pPr>
          <a:r>
            <a:rPr lang="en-US" sz="1600" kern="1200"/>
            <a:t>Detailed assessment needed</a:t>
          </a:r>
        </a:p>
      </dsp:txBody>
      <dsp:txXfrm rot="-5400000">
        <a:off x="2125294" y="213636"/>
        <a:ext cx="3718947" cy="1097137"/>
      </dsp:txXfrm>
    </dsp:sp>
    <dsp:sp modelId="{4B3AF18B-3121-4B34-ABA7-85F3E83880BE}">
      <dsp:nvSpPr>
        <dsp:cNvPr id="0" name=""/>
        <dsp:cNvSpPr/>
      </dsp:nvSpPr>
      <dsp:spPr>
        <a:xfrm>
          <a:off x="0" y="2302"/>
          <a:ext cx="2125294" cy="1519804"/>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kern="1200"/>
            <a:t>Functionality not available : equivalent function on roadmap</a:t>
          </a:r>
          <a:endParaRPr lang="en-US" sz="1600" kern="1200"/>
        </a:p>
      </dsp:txBody>
      <dsp:txXfrm>
        <a:off x="74191" y="76493"/>
        <a:ext cx="1976912" cy="1371422"/>
      </dsp:txXfrm>
    </dsp:sp>
    <dsp:sp modelId="{6831B968-1318-49B5-BCEC-478406EECFA1}">
      <dsp:nvSpPr>
        <dsp:cNvPr id="0" name=""/>
        <dsp:cNvSpPr/>
      </dsp:nvSpPr>
      <dsp:spPr>
        <a:xfrm rot="5400000">
          <a:off x="3406522" y="468849"/>
          <a:ext cx="1215843" cy="3778300"/>
        </a:xfrm>
        <a:prstGeom prst="round2SameRect">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Deprecated or unavailable components used in custom code, equivalent functions available.</a:t>
          </a:r>
        </a:p>
        <a:p>
          <a:pPr marL="171450" lvl="1" indent="-171450" algn="l" defTabSz="711200">
            <a:lnSpc>
              <a:spcPct val="90000"/>
            </a:lnSpc>
            <a:spcBef>
              <a:spcPct val="0"/>
            </a:spcBef>
            <a:spcAft>
              <a:spcPct val="15000"/>
            </a:spcAft>
            <a:buChar char="•"/>
          </a:pPr>
          <a:r>
            <a:rPr lang="en-US" sz="1600" kern="1200"/>
            <a:t>Detailed assessment needed</a:t>
          </a:r>
        </a:p>
      </dsp:txBody>
      <dsp:txXfrm rot="-5400000">
        <a:off x="2125294" y="1809431"/>
        <a:ext cx="3718947" cy="1097137"/>
      </dsp:txXfrm>
    </dsp:sp>
    <dsp:sp modelId="{81DE25FC-D433-4F32-8C73-3A34D43BA5C7}">
      <dsp:nvSpPr>
        <dsp:cNvPr id="0" name=""/>
        <dsp:cNvSpPr/>
      </dsp:nvSpPr>
      <dsp:spPr>
        <a:xfrm>
          <a:off x="0" y="1598097"/>
          <a:ext cx="2125294" cy="1519804"/>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kern="1200"/>
            <a:t>Functionality not available: Functional equivalent available</a:t>
          </a:r>
          <a:endParaRPr lang="en-US" sz="1600" kern="1200"/>
        </a:p>
      </dsp:txBody>
      <dsp:txXfrm>
        <a:off x="74191" y="1672288"/>
        <a:ext cx="1976912" cy="1371422"/>
      </dsp:txXfrm>
    </dsp:sp>
    <dsp:sp modelId="{544D0F4F-2D2B-4579-961D-EB41F4F766BE}">
      <dsp:nvSpPr>
        <dsp:cNvPr id="0" name=""/>
        <dsp:cNvSpPr/>
      </dsp:nvSpPr>
      <dsp:spPr>
        <a:xfrm rot="5400000">
          <a:off x="3406522" y="2064644"/>
          <a:ext cx="1215843" cy="3778300"/>
        </a:xfrm>
        <a:prstGeom prst="round2SameRect">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Deprecated or unavailable components used in custom code</a:t>
          </a:r>
        </a:p>
        <a:p>
          <a:pPr marL="171450" lvl="1" indent="-171450" algn="l" defTabSz="711200">
            <a:lnSpc>
              <a:spcPct val="90000"/>
            </a:lnSpc>
            <a:spcBef>
              <a:spcPct val="0"/>
            </a:spcBef>
            <a:spcAft>
              <a:spcPct val="15000"/>
            </a:spcAft>
            <a:buChar char="•"/>
          </a:pPr>
          <a:r>
            <a:rPr lang="en-US" sz="1600" kern="1200"/>
            <a:t>Detailed assessment needed</a:t>
          </a:r>
        </a:p>
      </dsp:txBody>
      <dsp:txXfrm rot="-5400000">
        <a:off x="2125294" y="3405226"/>
        <a:ext cx="3718947" cy="1097137"/>
      </dsp:txXfrm>
    </dsp:sp>
    <dsp:sp modelId="{7B9AA8CF-2E78-4C81-A223-6662E0F24025}">
      <dsp:nvSpPr>
        <dsp:cNvPr id="0" name=""/>
        <dsp:cNvSpPr/>
      </dsp:nvSpPr>
      <dsp:spPr>
        <a:xfrm>
          <a:off x="0" y="3193892"/>
          <a:ext cx="2125294" cy="1519804"/>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kern="1200"/>
            <a:t>Functionality not available: No functional equivalent</a:t>
          </a:r>
          <a:endParaRPr lang="en-US" sz="1600" kern="1200"/>
        </a:p>
      </dsp:txBody>
      <dsp:txXfrm>
        <a:off x="74191" y="3268083"/>
        <a:ext cx="1976912" cy="137142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72 Brand" panose="020B0504030603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a:t>
            </a:fld>
            <a:endParaRPr kumimoji="0" lang="en-DE" sz="800" b="0" i="0" u="none" strike="noStrike" kern="1200" cap="none" spc="0" normalizeH="0" baseline="0" noProof="0">
              <a:ln>
                <a:noFill/>
              </a:ln>
              <a:solidFill>
                <a:srgbClr val="000000"/>
              </a:solidFill>
              <a:effectLst/>
              <a:uLnTx/>
              <a:uFillTx/>
              <a:latin typeface="72 Brand" panose="020B0504030603020204" pitchFamily="34" charset="0"/>
              <a:ea typeface="+mn-ea"/>
              <a:cs typeface="+mn-cs"/>
            </a:endParaRPr>
          </a:p>
        </p:txBody>
      </p:sp>
    </p:spTree>
    <p:extLst>
      <p:ext uri="{BB962C8B-B14F-4D97-AF65-F5344CB8AC3E}">
        <p14:creationId xmlns:p14="http://schemas.microsoft.com/office/powerpoint/2010/main" val="1542941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2</a:t>
            </a:fld>
            <a:endParaRPr lang="de-DE"/>
          </a:p>
        </p:txBody>
      </p:sp>
    </p:spTree>
    <p:extLst>
      <p:ext uri="{BB962C8B-B14F-4D97-AF65-F5344CB8AC3E}">
        <p14:creationId xmlns:p14="http://schemas.microsoft.com/office/powerpoint/2010/main" val="2531698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3</a:t>
            </a:fld>
            <a:endParaRPr lang="de-DE"/>
          </a:p>
        </p:txBody>
      </p:sp>
    </p:spTree>
    <p:extLst>
      <p:ext uri="{BB962C8B-B14F-4D97-AF65-F5344CB8AC3E}">
        <p14:creationId xmlns:p14="http://schemas.microsoft.com/office/powerpoint/2010/main" val="3999184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4</a:t>
            </a:fld>
            <a:endParaRPr lang="de-DE"/>
          </a:p>
        </p:txBody>
      </p:sp>
    </p:spTree>
    <p:extLst>
      <p:ext uri="{BB962C8B-B14F-4D97-AF65-F5344CB8AC3E}">
        <p14:creationId xmlns:p14="http://schemas.microsoft.com/office/powerpoint/2010/main" val="2968664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5</a:t>
            </a:fld>
            <a:endParaRPr lang="de-DE"/>
          </a:p>
        </p:txBody>
      </p:sp>
    </p:spTree>
    <p:extLst>
      <p:ext uri="{BB962C8B-B14F-4D97-AF65-F5344CB8AC3E}">
        <p14:creationId xmlns:p14="http://schemas.microsoft.com/office/powerpoint/2010/main" val="1627021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6</a:t>
            </a:fld>
            <a:endParaRPr lang="de-DE"/>
          </a:p>
        </p:txBody>
      </p:sp>
    </p:spTree>
    <p:extLst>
      <p:ext uri="{BB962C8B-B14F-4D97-AF65-F5344CB8AC3E}">
        <p14:creationId xmlns:p14="http://schemas.microsoft.com/office/powerpoint/2010/main" val="3183527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7</a:t>
            </a:fld>
            <a:endParaRPr lang="de-DE"/>
          </a:p>
        </p:txBody>
      </p:sp>
    </p:spTree>
    <p:extLst>
      <p:ext uri="{BB962C8B-B14F-4D97-AF65-F5344CB8AC3E}">
        <p14:creationId xmlns:p14="http://schemas.microsoft.com/office/powerpoint/2010/main" val="900556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8</a:t>
            </a:fld>
            <a:endParaRPr lang="de-DE"/>
          </a:p>
        </p:txBody>
      </p:sp>
    </p:spTree>
    <p:extLst>
      <p:ext uri="{BB962C8B-B14F-4D97-AF65-F5344CB8AC3E}">
        <p14:creationId xmlns:p14="http://schemas.microsoft.com/office/powerpoint/2010/main" val="2686092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US" sz="8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3" name="Slide Image Placeholder 2"/>
          <p:cNvSpPr>
            <a:spLocks noGrp="1" noRot="1" noChangeAspect="1"/>
          </p:cNvSpPr>
          <p:nvPr>
            <p:ph type="sldImg"/>
          </p:nvPr>
        </p:nvSpPr>
        <p:spPr>
          <a:xfrm>
            <a:off x="901700" y="592138"/>
            <a:ext cx="5576888" cy="3135312"/>
          </a:xfrm>
        </p:spPr>
      </p:sp>
      <p:sp>
        <p:nvSpPr>
          <p:cNvPr id="5" name="Notes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661584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DFE35-8937-D61D-11E9-FD7C4A13C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0A64A-8AD8-9C71-1CF0-216553A6F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25FA75-4446-CB96-4B52-3A12F04C4A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27E9A5-566B-0AEA-1BBD-E295234943CE}"/>
              </a:ext>
            </a:extLst>
          </p:cNvPr>
          <p:cNvSpPr>
            <a:spLocks noGrp="1"/>
          </p:cNvSpPr>
          <p:nvPr>
            <p:ph type="sldNum" sz="quarter" idx="10"/>
          </p:nvPr>
        </p:nvSpPr>
        <p:spPr/>
        <p:txBody>
          <a:bodyPr/>
          <a:lstStyle/>
          <a:p>
            <a:fld id="{7D8C2C35-2B8A-446E-BEC0-FD36716C29AC}" type="slidenum">
              <a:rPr lang="de-DE" smtClean="0"/>
              <a:pPr/>
              <a:t>10</a:t>
            </a:fld>
            <a:endParaRPr lang="de-DE"/>
          </a:p>
        </p:txBody>
      </p:sp>
    </p:spTree>
    <p:extLst>
      <p:ext uri="{BB962C8B-B14F-4D97-AF65-F5344CB8AC3E}">
        <p14:creationId xmlns:p14="http://schemas.microsoft.com/office/powerpoint/2010/main" val="1587772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11</a:t>
            </a:fld>
            <a:endParaRPr lang="de-DE"/>
          </a:p>
        </p:txBody>
      </p:sp>
    </p:spTree>
    <p:extLst>
      <p:ext uri="{BB962C8B-B14F-4D97-AF65-F5344CB8AC3E}">
        <p14:creationId xmlns:p14="http://schemas.microsoft.com/office/powerpoint/2010/main" val="577158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8C2C35-2B8A-446E-BEC0-FD36716C29AC}" type="slidenum">
              <a:rPr lang="de-DE" smtClean="0"/>
              <a:pPr/>
              <a:t>12</a:t>
            </a:fld>
            <a:endParaRPr lang="de-DE"/>
          </a:p>
        </p:txBody>
      </p:sp>
    </p:spTree>
    <p:extLst>
      <p:ext uri="{BB962C8B-B14F-4D97-AF65-F5344CB8AC3E}">
        <p14:creationId xmlns:p14="http://schemas.microsoft.com/office/powerpoint/2010/main" val="5013572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sap.com/copyright" TargetMode="External"/><Relationship Id="rId7" Type="http://schemas.openxmlformats.org/officeDocument/2006/relationships/hyperlink" Target="https://www.youtube.com/user/SAP"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4.png"/><Relationship Id="rId4" Type="http://schemas.openxmlformats.org/officeDocument/2006/relationships/hyperlink" Target="https://www.sap.com/registration/contact.html" TargetMode="External"/><Relationship Id="rId9" Type="http://schemas.openxmlformats.org/officeDocument/2006/relationships/hyperlink" Target="https://twitter.com/sap"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hyperlink" Target="https://www.youtube.com/user/SAP" TargetMode="External"/><Relationship Id="rId12" Type="http://schemas.openxmlformats.org/officeDocument/2006/relationships/image" Target="../media/image5.png"/><Relationship Id="rId2" Type="http://schemas.openxmlformats.org/officeDocument/2006/relationships/hyperlink" Target="https://www.sap.com/germany/registration/contact.html" TargetMode="External"/><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4.png"/><Relationship Id="rId4" Type="http://schemas.openxmlformats.org/officeDocument/2006/relationships/hyperlink" Target="https://www.sap.com/corporate/de/legal/copyright.html" TargetMode="External"/><Relationship Id="rId9" Type="http://schemas.openxmlformats.org/officeDocument/2006/relationships/hyperlink" Target="https://twitter.com/sap"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3.xml"/><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3.xml"/><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Master" Target="../slideMasters/slideMaster3.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Layouts/_rels/slideLayout62.xml.rels><?xml version="1.0" encoding="UTF-8" standalone="yes"?>
<Relationships xmlns="http://schemas.openxmlformats.org/package/2006/relationships"><Relationship Id="rId8" Type="http://schemas.openxmlformats.org/officeDocument/2006/relationships/hyperlink" Target="https://brand.sap.com/naming-center#/dashboard" TargetMode="External"/><Relationship Id="rId3" Type="http://schemas.openxmlformats.org/officeDocument/2006/relationships/image" Target="../media/image31.svg"/><Relationship Id="rId7" Type="http://schemas.openxmlformats.org/officeDocument/2006/relationships/hyperlink" Target="https://brand.sap.com/" TargetMode="External"/><Relationship Id="rId2" Type="http://schemas.openxmlformats.org/officeDocument/2006/relationships/image" Target="../media/image30.svg"/><Relationship Id="rId1" Type="http://schemas.openxmlformats.org/officeDocument/2006/relationships/slideMaster" Target="../slideMasters/slideMaster3.xml"/><Relationship Id="rId6" Type="http://schemas.openxmlformats.org/officeDocument/2006/relationships/hyperlink" Target="https://brand.sap.com/media-library/index.html#/" TargetMode="External"/><Relationship Id="rId5" Type="http://schemas.openxmlformats.org/officeDocument/2006/relationships/image" Target="../media/image33.svg"/><Relationship Id="rId4" Type="http://schemas.openxmlformats.org/officeDocument/2006/relationships/image" Target="../media/image32.svg"/><Relationship Id="rId9" Type="http://schemas.openxmlformats.org/officeDocument/2006/relationships/hyperlink" Target="https://brand.sap.com/writing-assistant" TargetMode="Externa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4.svg"/><Relationship Id="rId1" Type="http://schemas.openxmlformats.org/officeDocument/2006/relationships/slideMaster" Target="../slideMasters/slideMaster3.xml"/><Relationship Id="rId5" Type="http://schemas.openxmlformats.org/officeDocument/2006/relationships/image" Target="../media/image9.png"/><Relationship Id="rId4" Type="http://schemas.openxmlformats.org/officeDocument/2006/relationships/image" Target="../media/image8.pn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pic>
        <p:nvPicPr>
          <p:cNvPr id="6" name="SAP Logo" descr="SAP Logo" title="SAP Logo"/>
          <p:cNvPicPr>
            <a:picLocks noChangeAspect="1"/>
          </p:cNvPicPr>
          <p:nvPr userDrawn="1"/>
        </p:nvPicPr>
        <p:blipFill>
          <a:blip r:embed="rId2"/>
          <a:stretch>
            <a:fillRect/>
          </a:stretch>
        </p:blipFill>
        <p:spPr>
          <a:xfrm>
            <a:off x="9949255" y="6217668"/>
            <a:ext cx="1963635"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CONFIDENTIAL</a:t>
            </a:r>
          </a:p>
        </p:txBody>
      </p:sp>
      <p:sp>
        <p:nvSpPr>
          <p:cNvPr id="19" name="Speaker"/>
          <p:cNvSpPr>
            <a:spLocks noGrp="1"/>
          </p:cNvSpPr>
          <p:nvPr userDrawn="1">
            <p:ph type="subTitle" idx="1" hasCustomPrompt="1"/>
          </p:nvPr>
        </p:nvSpPr>
        <p:spPr bwMode="black">
          <a:xfrm>
            <a:off x="288000" y="5130489"/>
            <a:ext cx="10899174"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a:t>Month 00, 2020</a:t>
            </a:r>
          </a:p>
        </p:txBody>
      </p:sp>
      <p:sp>
        <p:nvSpPr>
          <p:cNvPr id="3" name="Title"/>
          <p:cNvSpPr>
            <a:spLocks noGrp="1"/>
          </p:cNvSpPr>
          <p:nvPr>
            <p:ph type="title" hasCustomPrompt="1"/>
          </p:nvPr>
        </p:nvSpPr>
        <p:spPr>
          <a:xfrm>
            <a:off x="288000" y="4024430"/>
            <a:ext cx="10899174"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a:t>Presentation Title </a:t>
            </a:r>
            <a:br>
              <a:rPr lang="en-US"/>
            </a:br>
            <a:r>
              <a:rPr lang="en-US"/>
              <a:t>Goes Here and Here.</a:t>
            </a:r>
          </a:p>
        </p:txBody>
      </p:sp>
      <p:sp>
        <p:nvSpPr>
          <p:cNvPr id="5" name="Title Image Placeholder" descr="Placeholder title image" title="Title image"/>
          <p:cNvSpPr>
            <a:spLocks noGrp="1"/>
          </p:cNvSpPr>
          <p:nvPr>
            <p:ph type="pic" sz="quarter" idx="12" hasCustomPrompt="1"/>
          </p:nvPr>
        </p:nvSpPr>
        <p:spPr bwMode="gray">
          <a:xfrm>
            <a:off x="1" y="0"/>
            <a:ext cx="12195174" cy="3430006"/>
          </a:xfrm>
          <a:noFill/>
        </p:spPr>
        <p:txBody>
          <a:bodyPr tIns="504000"/>
          <a:lstStyle>
            <a:lvl1pPr algn="ctr">
              <a:defRPr sz="1600">
                <a:solidFill>
                  <a:schemeClr val="tx1"/>
                </a:solidFill>
              </a:defRPr>
            </a:lvl1pPr>
          </a:lstStyle>
          <a:p>
            <a:r>
              <a:rPr lang="en-US"/>
              <a:t>Click to insert title image or illustration</a:t>
            </a:r>
          </a:p>
        </p:txBody>
      </p:sp>
    </p:spTree>
    <p:extLst>
      <p:ext uri="{BB962C8B-B14F-4D97-AF65-F5344CB8AC3E}">
        <p14:creationId xmlns:p14="http://schemas.microsoft.com/office/powerpoint/2010/main" val="24527176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5" userDrawn="1">
          <p15:clr>
            <a:srgbClr val="FBAE40"/>
          </p15:clr>
        </p15:guide>
        <p15:guide id="2" orient="horz" pos="4144" userDrawn="1">
          <p15:clr>
            <a:srgbClr val="FBAE40"/>
          </p15:clr>
        </p15:guide>
        <p15:guide id="3" orient="horz" pos="2162" userDrawn="1">
          <p15:clr>
            <a:srgbClr val="FBAE40"/>
          </p15:clr>
        </p15:guide>
        <p15:guide id="4" pos="181" userDrawn="1">
          <p15:clr>
            <a:srgbClr val="FBAE40"/>
          </p15:clr>
        </p15:guide>
        <p15:guide id="5" orient="horz" pos="2534" userDrawn="1">
          <p15:clr>
            <a:srgbClr val="FBAE40"/>
          </p15:clr>
        </p15:guide>
        <p15:guide id="6" orient="horz" pos="3164" userDrawn="1">
          <p15:clr>
            <a:srgbClr val="FBAE40"/>
          </p15:clr>
        </p15:guide>
        <p15:guide id="7" orient="horz" pos="3232" userDrawn="1">
          <p15:clr>
            <a:srgbClr val="FBAE40"/>
          </p15:clr>
        </p15:guide>
        <p15:guide id="8" orient="horz" pos="35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out Image">
    <p:bg>
      <p:bgRef idx="1001">
        <a:schemeClr val="bg1"/>
      </p:bgRef>
    </p:bg>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CONFIDENTIAL</a:t>
            </a:r>
          </a:p>
        </p:txBody>
      </p:sp>
      <p:sp>
        <p:nvSpPr>
          <p:cNvPr id="6" name="Speaker"/>
          <p:cNvSpPr>
            <a:spLocks noGrp="1"/>
          </p:cNvSpPr>
          <p:nvPr userDrawn="1">
            <p:ph type="subTitle" idx="1" hasCustomPrompt="1"/>
          </p:nvPr>
        </p:nvSpPr>
        <p:spPr bwMode="black">
          <a:xfrm>
            <a:off x="287999" y="4268503"/>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a:t>Month 00, 2020</a:t>
            </a:r>
          </a:p>
        </p:txBody>
      </p:sp>
      <p:sp>
        <p:nvSpPr>
          <p:cNvPr id="4" name="Title 3"/>
          <p:cNvSpPr>
            <a:spLocks noGrp="1"/>
          </p:cNvSpPr>
          <p:nvPr>
            <p:ph type="title" hasCustomPrompt="1"/>
          </p:nvPr>
        </p:nvSpPr>
        <p:spPr>
          <a:xfrm>
            <a:off x="288000" y="2706317"/>
            <a:ext cx="10900800" cy="997196"/>
          </a:xfrm>
        </p:spPr>
        <p:txBody>
          <a:bodyPr>
            <a:noAutofit/>
          </a:bodyPr>
          <a:lstStyle>
            <a:lvl1pPr>
              <a:lnSpc>
                <a:spcPct val="90000"/>
              </a:lnSpc>
              <a:defRPr sz="3600"/>
            </a:lvl1pPr>
          </a:lstStyle>
          <a:p>
            <a:pPr fontAlgn="base">
              <a:spcBef>
                <a:spcPct val="50000"/>
              </a:spcBef>
              <a:spcAft>
                <a:spcPct val="0"/>
              </a:spcAft>
              <a:buClr>
                <a:srgbClr val="0070F2"/>
              </a:buClr>
              <a:buSzPct val="80000"/>
            </a:pPr>
            <a:r>
              <a:rPr lang="en-US" sz="3600"/>
              <a:t>Presentation Title </a:t>
            </a:r>
            <a:br>
              <a:rPr lang="en-US" sz="3600"/>
            </a:br>
            <a:r>
              <a:rPr lang="en-US" sz="3600"/>
              <a:t>Goes Here and Here.</a:t>
            </a:r>
            <a:endParaRPr lang="de-DE" sz="3600" kern="0" err="1">
              <a:ea typeface="Arial Unicode MS" pitchFamily="34" charset="-128"/>
              <a:cs typeface="Arial Unicode MS" pitchFamily="34" charset="-128"/>
            </a:endParaRPr>
          </a:p>
        </p:txBody>
      </p:sp>
      <p:pic>
        <p:nvPicPr>
          <p:cNvPr id="10" name="SAP Logo" descr="SAP Logo" title="SAP Logo">
            <a:extLst>
              <a:ext uri="{FF2B5EF4-FFF2-40B4-BE49-F238E27FC236}">
                <a16:creationId xmlns:a16="http://schemas.microsoft.com/office/drawing/2014/main" id="{251CD224-43D4-4D54-87EA-DD5933D21141}"/>
              </a:ext>
            </a:extLst>
          </p:cNvPr>
          <p:cNvPicPr>
            <a:picLocks noChangeAspect="1"/>
          </p:cNvPicPr>
          <p:nvPr userDrawn="1"/>
        </p:nvPicPr>
        <p:blipFill>
          <a:blip r:embed="rId2"/>
          <a:stretch>
            <a:fillRect/>
          </a:stretch>
        </p:blipFill>
        <p:spPr>
          <a:xfrm>
            <a:off x="9949255" y="6217668"/>
            <a:ext cx="1963635" cy="360000"/>
          </a:xfrm>
          <a:prstGeom prst="rect">
            <a:avLst/>
          </a:prstGeom>
        </p:spPr>
      </p:pic>
    </p:spTree>
    <p:extLst>
      <p:ext uri="{BB962C8B-B14F-4D97-AF65-F5344CB8AC3E}">
        <p14:creationId xmlns:p14="http://schemas.microsoft.com/office/powerpoint/2010/main" val="1982410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orient="horz" pos="2688" userDrawn="1">
          <p15:clr>
            <a:srgbClr val="FBAE40"/>
          </p15:clr>
        </p15:guide>
        <p15:guide id="4" orient="horz" pos="2334" userDrawn="1">
          <p15:clr>
            <a:srgbClr val="FBAE40"/>
          </p15:clr>
        </p15:guide>
        <p15:guide id="5" orient="horz" pos="2960" userDrawn="1">
          <p15:clr>
            <a:srgbClr val="FBAE40"/>
          </p15:clr>
        </p15:guide>
        <p15:guide id="7" orient="horz" pos="41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bg>
      <p:bgRef idx="1001">
        <a:schemeClr val="bg1"/>
      </p:bgRef>
    </p:bg>
    <p:spTree>
      <p:nvGrpSpPr>
        <p:cNvPr id="1" name=""/>
        <p:cNvGrpSpPr/>
        <p:nvPr/>
      </p:nvGrpSpPr>
      <p:grpSpPr>
        <a:xfrm>
          <a:off x="0" y="0"/>
          <a:ext cx="0" cy="0"/>
          <a:chOff x="0" y="0"/>
          <a:chExt cx="0" cy="0"/>
        </a:xfrm>
      </p:grpSpPr>
      <p:sp>
        <p:nvSpPr>
          <p:cNvPr id="7" name="Pictogram Placeholder"/>
          <p:cNvSpPr>
            <a:spLocks noGrp="1"/>
          </p:cNvSpPr>
          <p:nvPr>
            <p:ph type="pic" sz="quarter" idx="16"/>
          </p:nvPr>
        </p:nvSpPr>
        <p:spPr>
          <a:xfrm>
            <a:off x="6954855" y="963000"/>
            <a:ext cx="4932000" cy="4932000"/>
          </a:xfrm>
        </p:spPr>
        <p:txBody>
          <a:bodyPr/>
          <a:lstStyle/>
          <a:p>
            <a:r>
              <a:rPr lang="en-US"/>
              <a:t>Click icon to add picture</a:t>
            </a:r>
            <a:endParaRPr lang="de-DE"/>
          </a:p>
        </p:txBody>
      </p:sp>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CONFIDENTIAL</a:t>
            </a:r>
          </a:p>
        </p:txBody>
      </p:sp>
      <p:sp>
        <p:nvSpPr>
          <p:cNvPr id="6" name="Speaker"/>
          <p:cNvSpPr>
            <a:spLocks noGrp="1"/>
          </p:cNvSpPr>
          <p:nvPr userDrawn="1">
            <p:ph type="subTitle" idx="1" hasCustomPrompt="1"/>
          </p:nvPr>
        </p:nvSpPr>
        <p:spPr bwMode="black">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a:t>Month 00, 2020</a:t>
            </a:r>
          </a:p>
        </p:txBody>
      </p:sp>
      <p:sp>
        <p:nvSpPr>
          <p:cNvPr id="8" name="Title 4"/>
          <p:cNvSpPr>
            <a:spLocks noGrp="1"/>
          </p:cNvSpPr>
          <p:nvPr>
            <p:ph type="title" hasCustomPrompt="1"/>
          </p:nvPr>
        </p:nvSpPr>
        <p:spPr>
          <a:xfrm>
            <a:off x="288001" y="2706317"/>
            <a:ext cx="6372000" cy="997196"/>
          </a:xfrm>
        </p:spPr>
        <p:txBody>
          <a:bodyPr>
            <a:noAutofit/>
          </a:bodyPr>
          <a:lstStyle>
            <a:lvl1pPr>
              <a:lnSpc>
                <a:spcPct val="90000"/>
              </a:lnSpc>
              <a:defRPr sz="3600"/>
            </a:lvl1pPr>
          </a:lstStyle>
          <a:p>
            <a:pPr fontAlgn="base">
              <a:spcBef>
                <a:spcPct val="50000"/>
              </a:spcBef>
              <a:spcAft>
                <a:spcPct val="0"/>
              </a:spcAft>
              <a:buClr>
                <a:srgbClr val="0070F2"/>
              </a:buClr>
              <a:buSzPct val="80000"/>
            </a:pPr>
            <a:r>
              <a:rPr lang="en-US" sz="3600"/>
              <a:t>Presentation Title </a:t>
            </a:r>
            <a:br>
              <a:rPr lang="en-US" sz="3600"/>
            </a:br>
            <a:r>
              <a:rPr lang="en-US" sz="3600"/>
              <a:t>Goes Here and Here.</a:t>
            </a:r>
            <a:endParaRPr lang="de-DE" sz="3600" kern="0" err="1">
              <a:ea typeface="Arial Unicode MS" pitchFamily="34" charset="-128"/>
              <a:cs typeface="Arial Unicode MS" pitchFamily="34" charset="-128"/>
            </a:endParaRPr>
          </a:p>
        </p:txBody>
      </p:sp>
      <p:pic>
        <p:nvPicPr>
          <p:cNvPr id="9" name="SAP Logo" descr="SAP Logo" title="SAP Logo">
            <a:extLst>
              <a:ext uri="{FF2B5EF4-FFF2-40B4-BE49-F238E27FC236}">
                <a16:creationId xmlns:a16="http://schemas.microsoft.com/office/drawing/2014/main" id="{6E13D478-79B9-4DF0-A964-50C2206E25E8}"/>
              </a:ext>
            </a:extLst>
          </p:cNvPr>
          <p:cNvPicPr>
            <a:picLocks noChangeAspect="1"/>
          </p:cNvPicPr>
          <p:nvPr userDrawn="1"/>
        </p:nvPicPr>
        <p:blipFill>
          <a:blip r:embed="rId2"/>
          <a:stretch>
            <a:fillRect/>
          </a:stretch>
        </p:blipFill>
        <p:spPr>
          <a:xfrm>
            <a:off x="9949255" y="6217668"/>
            <a:ext cx="1963635" cy="360000"/>
          </a:xfrm>
          <a:prstGeom prst="rect">
            <a:avLst/>
          </a:prstGeom>
        </p:spPr>
      </p:pic>
    </p:spTree>
    <p:extLst>
      <p:ext uri="{BB962C8B-B14F-4D97-AF65-F5344CB8AC3E}">
        <p14:creationId xmlns:p14="http://schemas.microsoft.com/office/powerpoint/2010/main" val="30480462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pos="4196" userDrawn="1">
          <p15:clr>
            <a:srgbClr val="FBAE40"/>
          </p15:clr>
        </p15:guide>
        <p15:guide id="4" orient="horz" pos="2688" userDrawn="1">
          <p15:clr>
            <a:srgbClr val="FBAE40"/>
          </p15:clr>
        </p15:guide>
        <p15:guide id="5" orient="horz" pos="2335" userDrawn="1">
          <p15:clr>
            <a:srgbClr val="FBAE40"/>
          </p15:clr>
        </p15:guide>
        <p15:guide id="6" orient="horz" pos="2960" userDrawn="1">
          <p15:clr>
            <a:srgbClr val="FBAE40"/>
          </p15:clr>
        </p15:guide>
        <p15:guide id="7" orient="horz" pos="41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716000"/>
          </a:xfrm>
        </p:spPr>
        <p:txBody>
          <a:bodyPr>
            <a:norm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a:t>Agenda Item/Divider Headline</a:t>
            </a:r>
          </a:p>
          <a:p>
            <a:pPr lvl="1"/>
            <a:r>
              <a:rPr lang="en-US"/>
              <a:t>Details</a:t>
            </a:r>
          </a:p>
        </p:txBody>
      </p:sp>
      <p:sp>
        <p:nvSpPr>
          <p:cNvPr id="3" name="Agenda title"/>
          <p:cNvSpPr>
            <a:spLocks noGrp="1"/>
          </p:cNvSpPr>
          <p:nvPr>
            <p:ph type="title" hasCustomPrompt="1"/>
          </p:nvPr>
        </p:nvSpPr>
        <p:spPr/>
        <p:txBody>
          <a:bodyPr/>
          <a:lstStyle>
            <a:lvl1pPr>
              <a:defRPr/>
            </a:lvl1pPr>
          </a:lstStyle>
          <a:p>
            <a:r>
              <a:rPr lang="en-US"/>
              <a:t>Agenda</a:t>
            </a: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1020" userDrawn="1">
          <p15:clr>
            <a:srgbClr val="FBAE40"/>
          </p15:clr>
        </p15:guide>
        <p15:guide id="3" pos="7364" userDrawn="1">
          <p15:clr>
            <a:srgbClr val="FBAE40"/>
          </p15:clr>
        </p15:guide>
        <p15:guide id="4" orient="horz" pos="316" userDrawn="1">
          <p15:clr>
            <a:srgbClr val="FBAE40"/>
          </p15:clr>
        </p15:guide>
        <p15:guide id="5" orient="horz" pos="551" userDrawn="1">
          <p15:clr>
            <a:srgbClr val="FBAE40"/>
          </p15:clr>
        </p15:guide>
        <p15:guide id="6" orient="horz" pos="399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
    <p:bg>
      <p:bgRef idx="1001">
        <a:schemeClr val="bg1"/>
      </p:bgRef>
    </p:bg>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410952787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317" userDrawn="1">
          <p15:clr>
            <a:srgbClr val="FBAE40"/>
          </p15:clr>
        </p15:guide>
        <p15:guide id="2" orient="horz" pos="2160" userDrawn="1">
          <p15:clr>
            <a:srgbClr val="FBAE40"/>
          </p15:clr>
        </p15:guide>
        <p15:guide id="3" pos="736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bg>
      <p:bgRef idx="1001">
        <a:schemeClr val="bg1"/>
      </p:bgRef>
    </p:bg>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a:solidFill>
                  <a:schemeClr val="tx1"/>
                </a:solidFill>
                <a:latin typeface="+mj-lt"/>
              </a:defRPr>
            </a:lvl1pPr>
          </a:lstStyle>
          <a:p>
            <a:r>
              <a:rPr lang="en-US"/>
              <a:t>Divider page</a:t>
            </a:r>
            <a:endParaRPr lang="de-DE"/>
          </a:p>
        </p:txBody>
      </p:sp>
    </p:spTree>
    <p:extLst>
      <p:ext uri="{BB962C8B-B14F-4D97-AF65-F5344CB8AC3E}">
        <p14:creationId xmlns:p14="http://schemas.microsoft.com/office/powerpoint/2010/main" val="100898527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userDrawn="1">
          <p15:clr>
            <a:srgbClr val="FBAE40"/>
          </p15:clr>
        </p15:guide>
        <p15:guide id="2" pos="7364" userDrawn="1">
          <p15:clr>
            <a:srgbClr val="FBAE40"/>
          </p15:clr>
        </p15:guide>
        <p15:guide id="3" pos="317"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2466743634"/>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7364" userDrawn="1">
          <p15:clr>
            <a:srgbClr val="FBAE40"/>
          </p15:clr>
        </p15:guide>
        <p15:guide id="4" orient="horz" pos="551" userDrawn="1">
          <p15:clr>
            <a:srgbClr val="FBAE40"/>
          </p15:clr>
        </p15:guide>
        <p15:guide id="5" orient="horz" pos="399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1" pos="316" userDrawn="1">
          <p15:clr>
            <a:srgbClr val="FBAE40"/>
          </p15:clr>
        </p15:guide>
        <p15:guide id="2" orient="horz" pos="3991" userDrawn="1">
          <p15:clr>
            <a:srgbClr val="FBAE40"/>
          </p15:clr>
        </p15:guide>
        <p15:guide id="3" pos="7364" userDrawn="1">
          <p15:clr>
            <a:srgbClr val="FBAE40"/>
          </p15:clr>
        </p15:guide>
        <p15:guide id="4" orient="horz" pos="318" userDrawn="1">
          <p15:clr>
            <a:srgbClr val="FBAE40"/>
          </p15:clr>
        </p15:guide>
        <p15:guide id="5" orient="horz" pos="552" userDrawn="1">
          <p15:clr>
            <a:srgbClr val="FBAE40"/>
          </p15:clr>
        </p15:guide>
        <p15:guide id="6" orient="horz" pos="10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1" userDrawn="1">
          <p15:clr>
            <a:srgbClr val="FBAE40"/>
          </p15:clr>
        </p15:guide>
        <p15:guide id="3" pos="7364" userDrawn="1">
          <p15:clr>
            <a:srgbClr val="FBAE40"/>
          </p15:clr>
        </p15:guide>
        <p15:guide id="4" pos="3674" userDrawn="1">
          <p15:clr>
            <a:srgbClr val="FBAE40"/>
          </p15:clr>
        </p15:guide>
        <p15:guide id="5" pos="4007" userDrawn="1">
          <p15:clr>
            <a:srgbClr val="FBAE40"/>
          </p15:clr>
        </p15:guide>
        <p15:guide id="6" orient="horz" pos="317" userDrawn="1">
          <p15:clr>
            <a:srgbClr val="FBAE40"/>
          </p15:clr>
        </p15:guide>
        <p15:guide id="7" orient="horz" pos="551" userDrawn="1">
          <p15:clr>
            <a:srgbClr val="FBAE40"/>
          </p15:clr>
        </p15:guide>
        <p15:guide id="8" orient="horz" pos="102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620000"/>
            <a:ext cx="3564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563" userDrawn="1">
          <p15:clr>
            <a:srgbClr val="FBAE40"/>
          </p15:clr>
        </p15:guide>
        <p15:guide id="4" pos="2717" userDrawn="1">
          <p15:clr>
            <a:srgbClr val="FBAE40"/>
          </p15:clr>
        </p15:guide>
        <p15:guide id="5" pos="4964" userDrawn="1">
          <p15:clr>
            <a:srgbClr val="FBAE40"/>
          </p15:clr>
        </p15:guide>
        <p15:guide id="6" pos="5119" userDrawn="1">
          <p15:clr>
            <a:srgbClr val="FBAE40"/>
          </p15:clr>
        </p15:guide>
        <p15:guide id="7" pos="7364" userDrawn="1">
          <p15:clr>
            <a:srgbClr val="FBAE40"/>
          </p15:clr>
        </p15:guide>
        <p15:guide id="8" orient="horz" pos="551" userDrawn="1">
          <p15:clr>
            <a:srgbClr val="FBAE40"/>
          </p15:clr>
        </p15:guide>
        <p15:guide id="9" orient="horz" pos="1020" userDrawn="1">
          <p15:clr>
            <a:srgbClr val="FBAE40"/>
          </p15:clr>
        </p15:guide>
        <p15:guide id="10" orient="horz" pos="39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6600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328000" cy="156600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2678" userDrawn="1">
          <p15:clr>
            <a:srgbClr val="FBAE40"/>
          </p15:clr>
        </p15:guide>
        <p15:guide id="6" orient="horz" pos="3004" userDrawn="1">
          <p15:clr>
            <a:srgbClr val="FBAE40"/>
          </p15:clr>
        </p15:guide>
        <p15:guide id="7" orient="horz" pos="3991" userDrawn="1">
          <p15:clr>
            <a:srgbClr val="FBAE40"/>
          </p15:clr>
        </p15:guide>
        <p15:guide id="8" pos="3682" userDrawn="1">
          <p15:clr>
            <a:srgbClr val="FBAE40"/>
          </p15:clr>
        </p15:guide>
        <p15:guide id="9" pos="4000" userDrawn="1">
          <p15:clr>
            <a:srgbClr val="FBAE40"/>
          </p15:clr>
        </p15:guide>
        <p15:guide id="10" pos="736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455" userDrawn="1">
          <p15:clr>
            <a:srgbClr val="FBAE40"/>
          </p15:clr>
        </p15:guide>
        <p15:guide id="4" pos="2773" userDrawn="1">
          <p15:clr>
            <a:srgbClr val="FBAE40"/>
          </p15:clr>
        </p15:guide>
        <p15:guide id="5" pos="4910" userDrawn="1">
          <p15:clr>
            <a:srgbClr val="FBAE40"/>
          </p15:clr>
        </p15:guide>
        <p15:guide id="6" pos="5227" userDrawn="1">
          <p15:clr>
            <a:srgbClr val="FBAE40"/>
          </p15:clr>
        </p15:guide>
        <p15:guide id="7" pos="7364" userDrawn="1">
          <p15:clr>
            <a:srgbClr val="FBAE40"/>
          </p15:clr>
        </p15:guide>
        <p15:guide id="8" orient="horz" pos="551" userDrawn="1">
          <p15:clr>
            <a:srgbClr val="FBAE40"/>
          </p15:clr>
        </p15:guide>
        <p15:guide id="9" orient="horz" pos="1020" userDrawn="1">
          <p15:clr>
            <a:srgbClr val="FBAE40"/>
          </p15:clr>
        </p15:guide>
        <p15:guide id="10" orient="horz" pos="2428" userDrawn="1">
          <p15:clr>
            <a:srgbClr val="FBAE40"/>
          </p15:clr>
        </p15:guide>
        <p15:guide id="11" orient="horz" pos="2743" userDrawn="1">
          <p15:clr>
            <a:srgbClr val="FBAE40"/>
          </p15:clr>
        </p15:guide>
        <p15:guide id="12" orient="horz" pos="399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3" name="Text placeholder - column 2"/>
          <p:cNvSpPr>
            <a:spLocks noGrp="1"/>
          </p:cNvSpPr>
          <p:nvPr>
            <p:ph type="body" sz="quarter" idx="10" hasCustomPrompt="1"/>
          </p:nvPr>
        </p:nvSpPr>
        <p:spPr>
          <a:xfrm>
            <a:off x="504000" y="387822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4000"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17" name="Text placeholder - column 2"/>
          <p:cNvSpPr>
            <a:spLocks noGrp="1"/>
          </p:cNvSpPr>
          <p:nvPr>
            <p:ph type="body" sz="quarter" idx="13" hasCustomPrompt="1"/>
          </p:nvPr>
        </p:nvSpPr>
        <p:spPr>
          <a:xfrm>
            <a:off x="9274877"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4877"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427626"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7626"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351252" y="3878221"/>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51252"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1" userDrawn="1">
          <p15:clr>
            <a:srgbClr val="FBAE40"/>
          </p15:clr>
        </p15:guide>
        <p15:guide id="5" orient="horz" pos="2110" userDrawn="1">
          <p15:clr>
            <a:srgbClr val="FBAE40"/>
          </p15:clr>
        </p15:guide>
        <p15:guide id="6" orient="horz" pos="2442" userDrawn="1">
          <p15:clr>
            <a:srgbClr val="FBAE40"/>
          </p15:clr>
        </p15:guide>
        <p15:guide id="7" orient="horz" pos="3990" userDrawn="1">
          <p15:clr>
            <a:srgbClr val="FBAE40"/>
          </p15:clr>
        </p15:guide>
        <p15:guide id="8" pos="1840" userDrawn="1">
          <p15:clr>
            <a:srgbClr val="FBAE40"/>
          </p15:clr>
        </p15:guide>
        <p15:guide id="9" pos="2159" userDrawn="1">
          <p15:clr>
            <a:srgbClr val="FBAE40"/>
          </p15:clr>
        </p15:guide>
        <p15:guide id="10" pos="3683" userDrawn="1">
          <p15:clr>
            <a:srgbClr val="FBAE40"/>
          </p15:clr>
        </p15:guide>
        <p15:guide id="11" pos="4000" userDrawn="1">
          <p15:clr>
            <a:srgbClr val="FBAE40"/>
          </p15:clr>
        </p15:guide>
        <p15:guide id="12" pos="5525" userDrawn="1">
          <p15:clr>
            <a:srgbClr val="FBAE40"/>
          </p15:clr>
        </p15:guide>
        <p15:guide id="13" pos="5842" userDrawn="1">
          <p15:clr>
            <a:srgbClr val="FBAE40"/>
          </p15:clr>
        </p15:guide>
        <p15:guide id="14" pos="736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932785900"/>
      </p:ext>
    </p:extLst>
  </p:cSld>
  <p:clrMapOvr>
    <a:masterClrMapping/>
  </p:clrMapOvr>
  <p:extLst>
    <p:ext uri="{DCECCB84-F9BA-43D5-87BE-67443E8EF086}">
      <p15:sldGuideLst xmlns:p15="http://schemas.microsoft.com/office/powerpoint/2012/main">
        <p15:guide id="1" pos="317" userDrawn="1">
          <p15:clr>
            <a:srgbClr val="FBAE40"/>
          </p15:clr>
        </p15:guide>
        <p15:guide id="4" orient="horz" pos="1133" userDrawn="1">
          <p15:clr>
            <a:srgbClr val="FBAE40"/>
          </p15:clr>
        </p15:guide>
        <p15:guide id="5" orient="horz" pos="3204" userDrawn="1">
          <p15:clr>
            <a:srgbClr val="FBAE40"/>
          </p15:clr>
        </p15:guide>
        <p15:guide id="6" pos="736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9" y="1620000"/>
            <a:ext cx="7092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1" y="504000"/>
            <a:ext cx="709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1" userDrawn="1">
          <p15:clr>
            <a:srgbClr val="FBAE40"/>
          </p15:clr>
        </p15:guide>
        <p15:guide id="3" pos="4786" userDrawn="1">
          <p15:clr>
            <a:srgbClr val="FBAE40"/>
          </p15:clr>
        </p15:guide>
        <p15:guide id="4" pos="5119" userDrawn="1">
          <p15:clr>
            <a:srgbClr val="FBAE40"/>
          </p15:clr>
        </p15:guide>
        <p15:guide id="5" orient="horz" pos="317" userDrawn="1">
          <p15:clr>
            <a:srgbClr val="FBAE40"/>
          </p15:clr>
        </p15:guide>
        <p15:guide id="6" orient="horz" pos="551" userDrawn="1">
          <p15:clr>
            <a:srgbClr val="FBAE40"/>
          </p15:clr>
        </p15:guide>
        <p15:guide id="7" orient="horz" pos="10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2">
    <p:spTree>
      <p:nvGrpSpPr>
        <p:cNvPr id="1" name=""/>
        <p:cNvGrpSpPr/>
        <p:nvPr/>
      </p:nvGrpSpPr>
      <p:grpSpPr>
        <a:xfrm>
          <a:off x="0" y="0"/>
          <a:ext cx="0" cy="0"/>
          <a:chOff x="0" y="0"/>
          <a:chExt cx="0" cy="0"/>
        </a:xfrm>
      </p:grpSpPr>
      <p:sp>
        <p:nvSpPr>
          <p:cNvPr id="5" name="Picture Placeholder 1/2 right"/>
          <p:cNvSpPr>
            <a:spLocks noGrp="1"/>
          </p:cNvSpPr>
          <p:nvPr>
            <p:ph type="pic" sz="quarter" idx="10" hasCustomPrompt="1"/>
          </p:nvPr>
        </p:nvSpPr>
        <p:spPr bwMode="gray">
          <a:xfrm>
            <a:off x="6097588" y="0"/>
            <a:ext cx="6097587"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7" name="Text Placeholder 1/2"/>
          <p:cNvSpPr>
            <a:spLocks noGrp="1"/>
          </p:cNvSpPr>
          <p:nvPr>
            <p:ph type="body" sz="quarter" idx="11" hasCustomPrompt="1"/>
          </p:nvPr>
        </p:nvSpPr>
        <p:spPr bwMode="black">
          <a:xfrm>
            <a:off x="503999" y="1620000"/>
            <a:ext cx="5112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p:cNvSpPr>
            <a:spLocks noGrp="1"/>
          </p:cNvSpPr>
          <p:nvPr>
            <p:ph type="title" hasCustomPrompt="1"/>
          </p:nvPr>
        </p:nvSpPr>
        <p:spPr>
          <a:xfrm>
            <a:off x="504001" y="504000"/>
            <a:ext cx="511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552787710"/>
      </p:ext>
    </p:extLst>
  </p:cSld>
  <p:clrMapOvr>
    <a:masterClrMapping/>
  </p:clrMapOvr>
  <p:extLst>
    <p:ext uri="{DCECCB84-F9BA-43D5-87BE-67443E8EF086}">
      <p15:sldGuideLst xmlns:p15="http://schemas.microsoft.com/office/powerpoint/2012/main">
        <p15:guide id="1" pos="3841"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1" userDrawn="1">
          <p15:clr>
            <a:srgbClr val="FBAE40"/>
          </p15:clr>
        </p15:guide>
        <p15:guide id="6" pos="3538" userDrawn="1">
          <p15:clr>
            <a:srgbClr val="FBAE40"/>
          </p15:clr>
        </p15:guide>
        <p15:guide id="7" pos="31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Tree>
    <p:extLst>
      <p:ext uri="{BB962C8B-B14F-4D97-AF65-F5344CB8AC3E}">
        <p14:creationId xmlns:p14="http://schemas.microsoft.com/office/powerpoint/2010/main" val="41397911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620000"/>
            <a:ext cx="5328000" cy="4716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620000"/>
            <a:ext cx="5328000"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1020" userDrawn="1">
          <p15:clr>
            <a:srgbClr val="FBAE40"/>
          </p15:clr>
        </p15:guide>
        <p15:guide id="3" pos="3674" userDrawn="1">
          <p15:clr>
            <a:srgbClr val="FBAE40"/>
          </p15:clr>
        </p15:guide>
        <p15:guide id="4" pos="4008" userDrawn="1">
          <p15:clr>
            <a:srgbClr val="FBAE40"/>
          </p15:clr>
        </p15:guide>
        <p15:guide id="5" pos="7364" userDrawn="1">
          <p15:clr>
            <a:srgbClr val="FBAE40"/>
          </p15:clr>
        </p15:guide>
        <p15:guide id="6" orient="horz" pos="317" userDrawn="1">
          <p15:clr>
            <a:srgbClr val="FBAE40"/>
          </p15:clr>
        </p15:guide>
        <p15:guide id="7" orient="horz" pos="551" userDrawn="1">
          <p15:clr>
            <a:srgbClr val="FBAE40"/>
          </p15:clr>
        </p15:guide>
        <p15:guide id="8" orient="horz" pos="399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620000"/>
            <a:ext cx="11185200" cy="4716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1020" userDrawn="1">
          <p15:clr>
            <a:srgbClr val="FBAE40"/>
          </p15:clr>
        </p15:guide>
        <p15:guide id="5" orient="horz" pos="3991" userDrawn="1">
          <p15:clr>
            <a:srgbClr val="FBAE40"/>
          </p15:clr>
        </p15:guide>
        <p15:guide id="6" pos="736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bg>
      <p:bgRef idx="1001">
        <a:schemeClr val="bg1"/>
      </p:bgRef>
    </p:bg>
    <p:spTree>
      <p:nvGrpSpPr>
        <p:cNvPr id="1" name=""/>
        <p:cNvGrpSpPr/>
        <p:nvPr/>
      </p:nvGrpSpPr>
      <p:grpSpPr>
        <a:xfrm>
          <a:off x="0" y="0"/>
          <a:ext cx="0" cy="0"/>
          <a:chOff x="0" y="0"/>
          <a:chExt cx="0" cy="0"/>
        </a:xfrm>
      </p:grpSpPr>
      <p:pic>
        <p:nvPicPr>
          <p:cNvPr id="7" name="SAP Logo" descr="SAP Logo" title="SAP Logo"/>
          <p:cNvPicPr>
            <a:picLocks noChangeAspect="1"/>
          </p:cNvPicPr>
          <p:nvPr userDrawn="1"/>
        </p:nvPicPr>
        <p:blipFill>
          <a:blip r:embed="rId2"/>
          <a:stretch>
            <a:fillRect/>
          </a:stretch>
        </p:blipFill>
        <p:spPr>
          <a:xfrm>
            <a:off x="9725565" y="5994000"/>
            <a:ext cx="1963635" cy="360000"/>
          </a:xfrm>
          <a:prstGeom prst="rect">
            <a:avLst/>
          </a:prstGeom>
        </p:spPr>
      </p:pic>
      <p:sp>
        <p:nvSpPr>
          <p:cNvPr id="93" name="Contact information"/>
          <p:cNvSpPr>
            <a:spLocks noGrp="1"/>
          </p:cNvSpPr>
          <p:nvPr>
            <p:ph type="body" sz="quarter" idx="10" hasCustomPrompt="1"/>
          </p:nvPr>
        </p:nvSpPr>
        <p:spPr>
          <a:xfrm>
            <a:off x="504000" y="2905487"/>
            <a:ext cx="5593588"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a:t>Contact information:</a:t>
            </a:r>
          </a:p>
          <a:p>
            <a:pPr lvl="1"/>
            <a:r>
              <a:rPr lang="en-US"/>
              <a:t>F name L name</a:t>
            </a:r>
          </a:p>
          <a:p>
            <a:pPr lvl="1"/>
            <a:r>
              <a:rPr lang="en-US"/>
              <a:t>Title</a:t>
            </a:r>
          </a:p>
          <a:p>
            <a:pPr lvl="1"/>
            <a:r>
              <a:rPr lang="en-US"/>
              <a:t>Address</a:t>
            </a:r>
          </a:p>
          <a:p>
            <a:pPr lvl="1"/>
            <a:r>
              <a:rPr lang="en-US"/>
              <a:t>Phone number</a:t>
            </a:r>
          </a:p>
        </p:txBody>
      </p:sp>
      <p:sp>
        <p:nvSpPr>
          <p:cNvPr id="2" name="Thank you"/>
          <p:cNvSpPr>
            <a:spLocks noGrp="1"/>
          </p:cNvSpPr>
          <p:nvPr>
            <p:ph type="ctrTitle" hasCustomPrompt="1"/>
          </p:nvPr>
        </p:nvSpPr>
        <p:spPr bwMode="gray">
          <a:xfrm>
            <a:off x="504000" y="1467009"/>
            <a:ext cx="5593588" cy="923116"/>
          </a:xfrm>
        </p:spPr>
        <p:txBody>
          <a:bodyPr anchor="t" anchorCtr="0">
            <a:noAutofit/>
          </a:bodyPr>
          <a:lstStyle>
            <a:lvl1pPr>
              <a:defRPr sz="5500">
                <a:solidFill>
                  <a:schemeClr val="accent1"/>
                </a:solidFill>
                <a:latin typeface="+mj-lt"/>
              </a:defRPr>
            </a:lvl1pPr>
          </a:lstStyle>
          <a:p>
            <a:r>
              <a:rPr lang="en-US"/>
              <a:t>Thank you.</a:t>
            </a:r>
            <a:endParaRPr lang="de-DE"/>
          </a:p>
        </p:txBody>
      </p:sp>
    </p:spTree>
    <p:extLst>
      <p:ext uri="{BB962C8B-B14F-4D97-AF65-F5344CB8AC3E}">
        <p14:creationId xmlns:p14="http://schemas.microsoft.com/office/powerpoint/2010/main" val="781090314"/>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7364" userDrawn="1">
          <p15:clr>
            <a:srgbClr val="FBAE40"/>
          </p15:clr>
        </p15:guide>
        <p15:guide id="2" orient="horz" pos="924" userDrawn="1">
          <p15:clr>
            <a:srgbClr val="FBAE40"/>
          </p15:clr>
        </p15:guide>
        <p15:guide id="4" orient="horz" pos="1830" userDrawn="1">
          <p15:clr>
            <a:srgbClr val="FBAE40"/>
          </p15:clr>
        </p15:guide>
        <p15:guide id="5" orient="horz" pos="4000" userDrawn="1">
          <p15:clr>
            <a:srgbClr val="FBAE40"/>
          </p15:clr>
        </p15:guide>
        <p15:guide id="6" pos="317" userDrawn="1">
          <p15:clr>
            <a:srgbClr val="FBAE40"/>
          </p15:clr>
        </p15:guide>
        <p15:guide id="8" pos="3841" userDrawn="1">
          <p15:clr>
            <a:srgbClr val="FBAE40"/>
          </p15:clr>
        </p15:guide>
        <p15:guide id="9" orient="horz" pos="31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pic>
        <p:nvPicPr>
          <p:cNvPr id="16" name="SAP Logo" descr="SAP Logo" title="SAP Logo"/>
          <p:cNvPicPr>
            <a:picLocks noChangeAspect="1"/>
          </p:cNvPicPr>
          <p:nvPr userDrawn="1"/>
        </p:nvPicPr>
        <p:blipFill>
          <a:blip r:embed="rId2"/>
          <a:stretch>
            <a:fillRect/>
          </a:stretch>
        </p:blipFill>
        <p:spPr>
          <a:xfrm>
            <a:off x="9725565" y="5994000"/>
            <a:ext cx="1963635" cy="360000"/>
          </a:xfrm>
          <a:prstGeom prst="rect">
            <a:avLst/>
          </a:prstGeom>
        </p:spPr>
      </p:pic>
      <p:sp>
        <p:nvSpPr>
          <p:cNvPr id="19" name="Copyright information English"/>
          <p:cNvSpPr txBox="1"/>
          <p:nvPr userDrawn="1"/>
        </p:nvSpPr>
        <p:spPr bwMode="black">
          <a:xfrm>
            <a:off x="503238" y="2645292"/>
            <a:ext cx="5872310" cy="3708708"/>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800" b="0" noProof="0"/>
              <a:t>© 2021 SAP SE or an SAP affiliate company. All rights reserved.</a:t>
            </a:r>
            <a:endParaRPr lang="de-DE" sz="800" kern="0">
              <a:ea typeface="Arial Unicode MS" pitchFamily="34" charset="-128"/>
              <a:cs typeface="Arial Unicode MS" pitchFamily="34" charset="-128"/>
            </a:endParaRPr>
          </a:p>
          <a:p>
            <a:pPr>
              <a:spcBef>
                <a:spcPts val="600"/>
              </a:spcBef>
            </a:pPr>
            <a:r>
              <a:rPr lang="en-US" sz="800" kern="120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600"/>
              </a:spcBef>
            </a:pPr>
            <a:r>
              <a:rPr lang="en-US" sz="800" kern="120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of other software vendors. National product specifications may vary.</a:t>
            </a:r>
          </a:p>
          <a:p>
            <a:pPr>
              <a:spcBef>
                <a:spcPts val="600"/>
              </a:spcBef>
            </a:pPr>
            <a:r>
              <a:rPr lang="en-US" sz="800" kern="120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set forth in the express warranty statements accompanying such products and services, if any. Nothing herein should be construed as constituting an additional warranty. </a:t>
            </a:r>
          </a:p>
          <a:p>
            <a:pPr>
              <a:spcBef>
                <a:spcPts val="600"/>
              </a:spcBef>
            </a:pPr>
            <a:r>
              <a:rPr lang="en-US" sz="800" kern="120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platforms,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a:t>
            </a:r>
            <a:r>
              <a:rPr lang="en-US" sz="800" kern="1200" baseline="0">
                <a:solidFill>
                  <a:schemeClr val="tx1"/>
                </a:solidFill>
                <a:latin typeface="Arial"/>
                <a:ea typeface="Arial Unicode MS" panose="020B0604020202020204" pitchFamily="34" charset="-128"/>
                <a:cs typeface="+mn-cs"/>
              </a:rPr>
              <a:t> </a:t>
            </a:r>
            <a:r>
              <a:rPr lang="en-US" sz="800" kern="120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600"/>
              </a:spcBef>
            </a:pPr>
            <a:r>
              <a:rPr lang="en-US" sz="800" kern="120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in Germany and other countries. All other product and service names mentioned are the trademarks of their respective companies. </a:t>
            </a:r>
          </a:p>
          <a:p>
            <a:pPr>
              <a:spcBef>
                <a:spcPts val="600"/>
              </a:spcBef>
            </a:pPr>
            <a:r>
              <a:rPr lang="en-US" sz="800" kern="1200">
                <a:solidFill>
                  <a:schemeClr val="tx1"/>
                </a:solidFill>
                <a:latin typeface="Arial"/>
                <a:ea typeface="Arial Unicode MS" panose="020B0604020202020204" pitchFamily="34" charset="-128"/>
                <a:cs typeface="+mn-cs"/>
              </a:rPr>
              <a:t>See </a:t>
            </a:r>
            <a:r>
              <a:rPr lang="en-US" sz="800" kern="1200">
                <a:solidFill>
                  <a:schemeClr val="tx1"/>
                </a:solidFill>
                <a:latin typeface="Arial"/>
                <a:ea typeface="Arial Unicode MS" panose="020B0604020202020204" pitchFamily="34" charset="-128"/>
                <a:cs typeface="+mn-cs"/>
                <a:hlinkClick r:id="rId3"/>
              </a:rPr>
              <a:t>www.sap.com/copyright</a:t>
            </a:r>
            <a:r>
              <a:rPr lang="en-US" sz="800" kern="1200">
                <a:solidFill>
                  <a:schemeClr val="tx1"/>
                </a:solidFill>
                <a:latin typeface="Arial"/>
                <a:ea typeface="Arial Unicode MS" panose="020B0604020202020204" pitchFamily="34" charset="-128"/>
                <a:cs typeface="+mn-cs"/>
              </a:rPr>
              <a:t> for additional trademark information and notices.</a:t>
            </a:r>
          </a:p>
        </p:txBody>
      </p:sp>
      <p:sp>
        <p:nvSpPr>
          <p:cNvPr id="44" name="www.sap.com - contact SAP link">
            <a:hlinkClick r:id="rId4" tooltip="www.sap.com/contactsap"/>
          </p:cNvPr>
          <p:cNvSpPr txBox="1"/>
          <p:nvPr userDrawn="1"/>
        </p:nvSpPr>
        <p:spPr bwMode="black">
          <a:xfrm>
            <a:off x="503238" y="2461398"/>
            <a:ext cx="2215390"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1" kern="1200">
                <a:solidFill>
                  <a:schemeClr val="accent1"/>
                </a:solidFill>
                <a:latin typeface="Arial"/>
                <a:ea typeface="Arial Unicode MS" panose="020B0604020202020204" pitchFamily="34" charset="-128"/>
                <a:cs typeface="+mn-cs"/>
              </a:rPr>
              <a:t>www.sap.com</a:t>
            </a:r>
            <a:r>
              <a:rPr lang="en-US" sz="1100" b="1" kern="1200">
                <a:solidFill>
                  <a:schemeClr val="tx1"/>
                </a:solidFill>
                <a:latin typeface="Arial"/>
                <a:ea typeface="Arial Unicode MS" panose="020B0604020202020204" pitchFamily="34" charset="-128"/>
                <a:cs typeface="+mn-cs"/>
              </a:rPr>
              <a:t>/contactsap</a:t>
            </a:r>
          </a:p>
        </p:txBody>
      </p:sp>
      <p:pic>
        <p:nvPicPr>
          <p:cNvPr id="18" name="Linkedin icon with link">
            <a:hlinkClick r:id="rId5"/>
          </p:cNvPr>
          <p:cNvPicPr>
            <a:picLocks noChangeAspect="1"/>
          </p:cNvPicPr>
          <p:nvPr userDrawn="1"/>
        </p:nvPicPr>
        <p:blipFill>
          <a:blip r:embed="rId6"/>
          <a:stretch>
            <a:fillRect/>
          </a:stretch>
        </p:blipFill>
        <p:spPr>
          <a:xfrm>
            <a:off x="2273814" y="1749959"/>
            <a:ext cx="361809" cy="361809"/>
          </a:xfrm>
          <a:prstGeom prst="rect">
            <a:avLst/>
          </a:prstGeom>
        </p:spPr>
      </p:pic>
      <p:pic>
        <p:nvPicPr>
          <p:cNvPr id="20" name="YouTube icon with link">
            <a:hlinkClick r:id="rId7"/>
          </p:cNvPr>
          <p:cNvPicPr>
            <a:picLocks noChangeAspect="1"/>
          </p:cNvPicPr>
          <p:nvPr userDrawn="1"/>
        </p:nvPicPr>
        <p:blipFill>
          <a:blip r:embed="rId8"/>
          <a:stretch>
            <a:fillRect/>
          </a:stretch>
        </p:blipFill>
        <p:spPr>
          <a:xfrm>
            <a:off x="1683278" y="1749063"/>
            <a:ext cx="363600" cy="363600"/>
          </a:xfrm>
          <a:prstGeom prst="rect">
            <a:avLst/>
          </a:prstGeom>
        </p:spPr>
      </p:pic>
      <p:pic>
        <p:nvPicPr>
          <p:cNvPr id="21" name="Twitter icon with link">
            <a:hlinkClick r:id="rId9" tooltip="https://twitter.com/sap"/>
          </p:cNvPr>
          <p:cNvPicPr>
            <a:picLocks noChangeAspect="1"/>
          </p:cNvPicPr>
          <p:nvPr userDrawn="1"/>
        </p:nvPicPr>
        <p:blipFill>
          <a:blip r:embed="rId10"/>
          <a:stretch>
            <a:fillRect/>
          </a:stretch>
        </p:blipFill>
        <p:spPr>
          <a:xfrm>
            <a:off x="1094533" y="1749959"/>
            <a:ext cx="361809" cy="361809"/>
          </a:xfrm>
          <a:prstGeom prst="rect">
            <a:avLst/>
          </a:prstGeom>
        </p:spPr>
      </p:pic>
      <p:pic>
        <p:nvPicPr>
          <p:cNvPr id="22" name="Facebook icon with link">
            <a:hlinkClick r:id="rId11"/>
          </p:cNvPr>
          <p:cNvPicPr>
            <a:picLocks noChangeAspect="1"/>
          </p:cNvPicPr>
          <p:nvPr userDrawn="1"/>
        </p:nvPicPr>
        <p:blipFill>
          <a:blip r:embed="rId12"/>
          <a:stretch>
            <a:fillRect/>
          </a:stretch>
        </p:blipFill>
        <p:spPr>
          <a:xfrm>
            <a:off x="503997" y="1749063"/>
            <a:ext cx="363600" cy="363600"/>
          </a:xfrm>
          <a:prstGeom prst="rect">
            <a:avLst/>
          </a:prstGeom>
        </p:spPr>
      </p:pic>
      <p:sp>
        <p:nvSpPr>
          <p:cNvPr id="43" name="Follow all of SAP"/>
          <p:cNvSpPr txBox="1"/>
          <p:nvPr userDrawn="1"/>
        </p:nvSpPr>
        <p:spPr bwMode="black">
          <a:xfrm>
            <a:off x="503238" y="1461001"/>
            <a:ext cx="1228549"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0" kern="1200">
                <a:solidFill>
                  <a:schemeClr val="tx1"/>
                </a:solidFill>
                <a:latin typeface="Arial"/>
                <a:ea typeface="Arial Unicode MS" panose="020B0604020202020204" pitchFamily="34" charset="-128"/>
                <a:cs typeface="+mn-cs"/>
              </a:rPr>
              <a:t>Follow us</a:t>
            </a:r>
          </a:p>
        </p:txBody>
      </p:sp>
    </p:spTree>
    <p:extLst>
      <p:ext uri="{BB962C8B-B14F-4D97-AF65-F5344CB8AC3E}">
        <p14:creationId xmlns:p14="http://schemas.microsoft.com/office/powerpoint/2010/main" val="4519251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pyright German">
    <p:spTree>
      <p:nvGrpSpPr>
        <p:cNvPr id="1" name=""/>
        <p:cNvGrpSpPr/>
        <p:nvPr/>
      </p:nvGrpSpPr>
      <p:grpSpPr>
        <a:xfrm>
          <a:off x="0" y="0"/>
          <a:ext cx="0" cy="0"/>
          <a:chOff x="0" y="0"/>
          <a:chExt cx="0" cy="0"/>
        </a:xfrm>
      </p:grpSpPr>
      <p:sp>
        <p:nvSpPr>
          <p:cNvPr id="11" name="Copyright information">
            <a:hlinkClick r:id="rId2" tooltip="www.sap.com/contactsap"/>
          </p:cNvPr>
          <p:cNvSpPr txBox="1"/>
          <p:nvPr userDrawn="1"/>
        </p:nvSpPr>
        <p:spPr bwMode="black">
          <a:xfrm>
            <a:off x="503238" y="2461398"/>
            <a:ext cx="2580640"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1" kern="1200">
                <a:solidFill>
                  <a:schemeClr val="accent1"/>
                </a:solidFill>
                <a:latin typeface="Arial"/>
                <a:ea typeface="Arial Unicode MS" panose="020B0604020202020204" pitchFamily="34" charset="-128"/>
                <a:cs typeface="+mn-cs"/>
              </a:rPr>
              <a:t>www.sap.com/germany</a:t>
            </a:r>
            <a:r>
              <a:rPr lang="en-US" sz="1100" b="1" kern="1200">
                <a:solidFill>
                  <a:schemeClr val="tx1"/>
                </a:solidFill>
                <a:latin typeface="Arial"/>
                <a:ea typeface="Arial Unicode MS" panose="020B0604020202020204" pitchFamily="34" charset="-128"/>
                <a:cs typeface="+mn-cs"/>
              </a:rPr>
              <a:t>/contactsap</a:t>
            </a:r>
          </a:p>
        </p:txBody>
      </p:sp>
      <p:pic>
        <p:nvPicPr>
          <p:cNvPr id="17" name="SAP Logo" descr="SAP Logo" title="SAP Logo"/>
          <p:cNvPicPr>
            <a:picLocks noChangeAspect="1"/>
          </p:cNvPicPr>
          <p:nvPr userDrawn="1"/>
        </p:nvPicPr>
        <p:blipFill>
          <a:blip r:embed="rId3"/>
          <a:stretch>
            <a:fillRect/>
          </a:stretch>
        </p:blipFill>
        <p:spPr>
          <a:xfrm>
            <a:off x="9725565" y="5994000"/>
            <a:ext cx="1963635" cy="360000"/>
          </a:xfrm>
          <a:prstGeom prst="rect">
            <a:avLst/>
          </a:prstGeom>
        </p:spPr>
      </p:pic>
      <p:sp>
        <p:nvSpPr>
          <p:cNvPr id="32" name="Copyright information-German"/>
          <p:cNvSpPr txBox="1"/>
          <p:nvPr userDrawn="1"/>
        </p:nvSpPr>
        <p:spPr bwMode="black">
          <a:xfrm>
            <a:off x="503998" y="2645292"/>
            <a:ext cx="6076808" cy="3708708"/>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800" b="0" noProof="0"/>
              <a:t>© 2021 SAP SE </a:t>
            </a:r>
            <a:r>
              <a:rPr lang="de-DE" sz="800" b="0" noProof="0"/>
              <a:t>oder ein SAP-Konzernunternehmen. Alle Rechte vorbehalten</a:t>
            </a:r>
            <a:r>
              <a:rPr lang="en-US" sz="800" b="0" noProof="0"/>
              <a:t>.</a:t>
            </a:r>
            <a:endParaRPr lang="de-DE" sz="800" kern="0">
              <a:ea typeface="Arial Unicode MS" pitchFamily="34" charset="-128"/>
              <a:cs typeface="Arial Unicode MS" pitchFamily="34" charset="-128"/>
            </a:endParaRPr>
          </a:p>
          <a:p>
            <a:pPr>
              <a:spcBef>
                <a:spcPts val="600"/>
              </a:spcBef>
            </a:pPr>
            <a:r>
              <a:rPr lang="de-DE" sz="800" kern="1200" noProof="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600"/>
              </a:spcBef>
            </a:pPr>
            <a:r>
              <a:rPr lang="de-DE" sz="800" kern="1200" noProof="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600"/>
              </a:spcBef>
            </a:pPr>
            <a:r>
              <a:rPr lang="de-DE" sz="800" kern="1200" noProof="0">
                <a:solidFill>
                  <a:schemeClr val="tx1"/>
                </a:solidFill>
                <a:effectLst/>
                <a:latin typeface="Arial"/>
                <a:ea typeface="+mn-ea"/>
                <a:cs typeface="+mn-cs"/>
              </a:rPr>
              <a:t>Die vorliegenden Unterlagen werden von der SAP SE oder einem SAP-Konzernunternehmen bereitgestellt und dienen ausschließlich zu Informationszwecken. Die SAP SE oder ihre Konzernunternehmen übernehmen keinerlei Haftung oder Gewährleistung für Fehler oder Unvollständigkeiten in dieser Publikation. 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600"/>
              </a:spcBef>
            </a:pPr>
            <a:r>
              <a:rPr lang="de-DE" sz="800" kern="1200" noProof="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600"/>
              </a:spcBef>
            </a:pPr>
            <a:r>
              <a:rPr lang="de-DE" sz="800" kern="1200" noProof="0">
                <a:solidFill>
                  <a:schemeClr val="tx1"/>
                </a:solidFill>
                <a:effectLst/>
                <a:latin typeface="Arial"/>
                <a:ea typeface="+mn-ea"/>
                <a:cs typeface="+mn-cs"/>
              </a:rPr>
              <a:t>SAP und andere in diesem Dokument erwähnte Produkte und Dienstleistungen von SAP sowie die dazugehörigen Logos sind Marken oder eingetragene Marken der SAP SE (oder von einem SAP-Konzernunternehmen) in Deutschland und verschiedenen anderen Ländern weltweit.</a:t>
            </a:r>
            <a:r>
              <a:rPr lang="de-DE" sz="800" kern="1200" baseline="0" noProof="0">
                <a:solidFill>
                  <a:schemeClr val="tx1"/>
                </a:solidFill>
                <a:effectLst/>
                <a:latin typeface="Arial"/>
                <a:ea typeface="+mn-ea"/>
                <a:cs typeface="+mn-cs"/>
              </a:rPr>
              <a:t> </a:t>
            </a:r>
            <a:r>
              <a:rPr lang="de-DE" sz="800" kern="1200" noProof="0">
                <a:solidFill>
                  <a:schemeClr val="tx1"/>
                </a:solidFill>
                <a:effectLst/>
                <a:latin typeface="Arial"/>
                <a:ea typeface="+mn-ea"/>
                <a:cs typeface="+mn-cs"/>
              </a:rPr>
              <a:t>Alle anderen Namen von Produkten und Dienstleistungen sind Marken der jeweiligen Firmen. </a:t>
            </a:r>
          </a:p>
          <a:p>
            <a:pPr>
              <a:spcBef>
                <a:spcPts val="600"/>
              </a:spcBef>
            </a:pPr>
            <a:r>
              <a:rPr lang="de-DE" sz="800" kern="1200" noProof="0">
                <a:solidFill>
                  <a:schemeClr val="tx1"/>
                </a:solidFill>
                <a:effectLst/>
                <a:latin typeface="Arial"/>
                <a:ea typeface="+mn-ea"/>
                <a:cs typeface="+mn-cs"/>
              </a:rPr>
              <a:t>Zusätzliche Informationen zur Marke und Vermerke finden Sie auf der Seite </a:t>
            </a:r>
            <a:r>
              <a:rPr lang="de-DE" sz="800" kern="1200" noProof="0">
                <a:solidFill>
                  <a:schemeClr val="tx1"/>
                </a:solidFill>
                <a:effectLst/>
                <a:latin typeface="Arial"/>
                <a:ea typeface="+mn-ea"/>
                <a:cs typeface="+mn-cs"/>
                <a:hlinkClick r:id="rId4"/>
              </a:rPr>
              <a:t>www.sap.com/corporate/de/legal/copyright.html</a:t>
            </a:r>
            <a:r>
              <a:rPr lang="de-DE" sz="800" kern="1200" noProof="0">
                <a:solidFill>
                  <a:schemeClr val="tx1"/>
                </a:solidFill>
                <a:effectLst/>
                <a:latin typeface="Arial"/>
                <a:ea typeface="+mn-ea"/>
                <a:cs typeface="+mn-cs"/>
              </a:rPr>
              <a:t>.</a:t>
            </a:r>
          </a:p>
        </p:txBody>
      </p:sp>
      <p:pic>
        <p:nvPicPr>
          <p:cNvPr id="26" name="Linkedin icon with link">
            <a:hlinkClick r:id="rId5"/>
          </p:cNvPr>
          <p:cNvPicPr>
            <a:picLocks noChangeAspect="1"/>
          </p:cNvPicPr>
          <p:nvPr userDrawn="1"/>
        </p:nvPicPr>
        <p:blipFill>
          <a:blip r:embed="rId6"/>
          <a:stretch>
            <a:fillRect/>
          </a:stretch>
        </p:blipFill>
        <p:spPr>
          <a:xfrm>
            <a:off x="2273814" y="1749959"/>
            <a:ext cx="361809" cy="361809"/>
          </a:xfrm>
          <a:prstGeom prst="rect">
            <a:avLst/>
          </a:prstGeom>
        </p:spPr>
      </p:pic>
      <p:pic>
        <p:nvPicPr>
          <p:cNvPr id="27" name="YouTube icon with link">
            <a:hlinkClick r:id="rId7"/>
          </p:cNvPr>
          <p:cNvPicPr>
            <a:picLocks noChangeAspect="1"/>
          </p:cNvPicPr>
          <p:nvPr userDrawn="1"/>
        </p:nvPicPr>
        <p:blipFill>
          <a:blip r:embed="rId8"/>
          <a:stretch>
            <a:fillRect/>
          </a:stretch>
        </p:blipFill>
        <p:spPr>
          <a:xfrm>
            <a:off x="1683278" y="1749063"/>
            <a:ext cx="363600" cy="363600"/>
          </a:xfrm>
          <a:prstGeom prst="rect">
            <a:avLst/>
          </a:prstGeom>
        </p:spPr>
      </p:pic>
      <p:pic>
        <p:nvPicPr>
          <p:cNvPr id="28" name="Twitter icon with link">
            <a:hlinkClick r:id="rId9" tooltip="https://twitter.com/sap"/>
          </p:cNvPr>
          <p:cNvPicPr>
            <a:picLocks noChangeAspect="1"/>
          </p:cNvPicPr>
          <p:nvPr userDrawn="1"/>
        </p:nvPicPr>
        <p:blipFill>
          <a:blip r:embed="rId10"/>
          <a:stretch>
            <a:fillRect/>
          </a:stretch>
        </p:blipFill>
        <p:spPr>
          <a:xfrm>
            <a:off x="1094533" y="1749959"/>
            <a:ext cx="361809" cy="361809"/>
          </a:xfrm>
          <a:prstGeom prst="rect">
            <a:avLst/>
          </a:prstGeom>
        </p:spPr>
      </p:pic>
      <p:pic>
        <p:nvPicPr>
          <p:cNvPr id="29" name="Facebook icon with link">
            <a:hlinkClick r:id="rId11"/>
          </p:cNvPr>
          <p:cNvPicPr>
            <a:picLocks noChangeAspect="1"/>
          </p:cNvPicPr>
          <p:nvPr userDrawn="1"/>
        </p:nvPicPr>
        <p:blipFill>
          <a:blip r:embed="rId12"/>
          <a:stretch>
            <a:fillRect/>
          </a:stretch>
        </p:blipFill>
        <p:spPr>
          <a:xfrm>
            <a:off x="503997" y="1749063"/>
            <a:ext cx="363600" cy="363600"/>
          </a:xfrm>
          <a:prstGeom prst="rect">
            <a:avLst/>
          </a:prstGeom>
        </p:spPr>
      </p:pic>
      <p:sp>
        <p:nvSpPr>
          <p:cNvPr id="20" name="SAP folgen auf"/>
          <p:cNvSpPr txBox="1"/>
          <p:nvPr userDrawn="1"/>
        </p:nvSpPr>
        <p:spPr bwMode="black">
          <a:xfrm>
            <a:off x="503997" y="1461001"/>
            <a:ext cx="1228549"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de-DE" sz="1100" b="0" kern="1200" noProof="0">
                <a:solidFill>
                  <a:schemeClr val="tx1"/>
                </a:solidFill>
                <a:latin typeface="Arial"/>
                <a:ea typeface="Arial Unicode MS" panose="020B0604020202020204" pitchFamily="34" charset="-128"/>
                <a:cs typeface="+mn-cs"/>
              </a:rPr>
              <a:t>SAP folgen auf</a:t>
            </a:r>
          </a:p>
        </p:txBody>
      </p:sp>
    </p:spTree>
    <p:extLst>
      <p:ext uri="{BB962C8B-B14F-4D97-AF65-F5344CB8AC3E}">
        <p14:creationId xmlns:p14="http://schemas.microsoft.com/office/powerpoint/2010/main" val="1911862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 blue">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311371324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ext - blue">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36523654"/>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 blu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366177160"/>
      </p:ext>
    </p:extLst>
  </p:cSld>
  <p:clrMapOvr>
    <a:masterClrMapping/>
  </p:clrMapOvr>
  <p:extLst>
    <p:ext uri="{DCECCB84-F9BA-43D5-87BE-67443E8EF086}">
      <p15:sldGuideLst xmlns:p15="http://schemas.microsoft.com/office/powerpoint/2012/main">
        <p15:guide id="1" pos="317">
          <p15:clr>
            <a:srgbClr val="FBAE40"/>
          </p15:clr>
        </p15:guide>
        <p15:guide id="4" orient="horz" pos="1133">
          <p15:clr>
            <a:srgbClr val="FBAE40"/>
          </p15:clr>
        </p15:guide>
        <p15:guide id="5" orient="horz" pos="3204">
          <p15:clr>
            <a:srgbClr val="FBAE40"/>
          </p15:clr>
        </p15:guide>
        <p15:guide id="6" pos="7363">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A">
    <p:bg>
      <p:bgRef idx="1001">
        <a:schemeClr val="bg1"/>
      </p:bgRef>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503238" y="2706317"/>
            <a:ext cx="4765449" cy="997196"/>
          </a:xfrm>
        </p:spPr>
        <p:txBody>
          <a:bodyPr anchor="b" anchorCtr="0">
            <a:noAutofit/>
          </a:bodyPr>
          <a:lstStyle>
            <a:lvl1pPr>
              <a:lnSpc>
                <a:spcPct val="90000"/>
              </a:lnSpc>
              <a:defRPr sz="3600" b="0" i="0">
                <a:latin typeface="+mj-lt"/>
                <a:cs typeface="Arial" panose="020B0604020202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5969000" y="0"/>
            <a:ext cx="6226175" cy="6858000"/>
          </a:xfrm>
        </p:spPr>
        <p:txBody>
          <a:bodyPr anchor="ctr" anchorCtr="0"/>
          <a:lstStyle>
            <a:lvl1pPr marL="0" indent="0" algn="ctr">
              <a:buNone/>
              <a:defRPr/>
            </a:lvl1pPr>
          </a:lstStyle>
          <a:p>
            <a:r>
              <a:rPr lang="en-US"/>
              <a:t>Click to insert picture</a:t>
            </a:r>
          </a:p>
        </p:txBody>
      </p:sp>
      <p:pic>
        <p:nvPicPr>
          <p:cNvPr id="903573842" name="LogoBlue-Dynamic" descr="{&quot;templafy&quot;:{&quot;id&quot;:&quot;8b820483-c100-40fb-88e4-805ef90136a0&quot;}}"/>
          <p:cNvPicPr>
            <a:picLocks noChangeAspect="1"/>
          </p:cNvPicPr>
          <p:nvPr/>
        </p:nvPicPr>
        <p:blipFill>
          <a:blip r:embed="rId2"/>
          <a:stretch>
            <a:fillRect/>
          </a:stretch>
        </p:blipFill>
        <p:spPr>
          <a:xfrm>
            <a:off x="504000" y="504000"/>
            <a:ext cx="1300840" cy="360000"/>
          </a:xfrm>
          <a:prstGeom prst="rect">
            <a:avLst/>
          </a:prstGeom>
        </p:spPr>
      </p:pic>
    </p:spTree>
    <p:extLst>
      <p:ext uri="{BB962C8B-B14F-4D97-AF65-F5344CB8AC3E}">
        <p14:creationId xmlns:p14="http://schemas.microsoft.com/office/powerpoint/2010/main" val="2166213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p15:clr>
            <a:srgbClr val="FBAE40"/>
          </p15:clr>
        </p15:guide>
        <p15:guide id="3" orient="horz" pos="2682">
          <p15:clr>
            <a:srgbClr val="FBAE40"/>
          </p15:clr>
        </p15:guide>
        <p15:guide id="4" orient="horz" pos="2334">
          <p15:clr>
            <a:srgbClr val="FBAE40"/>
          </p15:clr>
        </p15:guide>
        <p15:guide id="5" orient="horz" pos="299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B">
    <p:bg>
      <p:bgPr>
        <a:solidFill>
          <a:srgbClr val="002A86"/>
        </a:solidFill>
        <a:effectLst/>
      </p:bgPr>
    </p:bg>
    <p:spTree>
      <p:nvGrpSpPr>
        <p:cNvPr id="1" name=""/>
        <p:cNvGrpSpPr/>
        <p:nvPr/>
      </p:nvGrpSpPr>
      <p:grpSpPr>
        <a:xfrm>
          <a:off x="0" y="0"/>
          <a:ext cx="0" cy="0"/>
          <a:chOff x="0" y="0"/>
          <a:chExt cx="0" cy="0"/>
        </a:xfrm>
      </p:grpSpPr>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752355" y="1156532"/>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wrap="square" anchor="b" anchorCtr="0">
            <a:noAutofit/>
          </a:bodyPr>
          <a:lstStyle>
            <a:lvl1pPr algn="l">
              <a:lnSpc>
                <a:spcPct val="90000"/>
              </a:lnSpc>
              <a:defRPr sz="3600" b="0" i="0">
                <a:solidFill>
                  <a:schemeClr val="bg1"/>
                </a:solidFill>
                <a:latin typeface="+mj-lt"/>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094248860" name="LogoWhite-Dynamic" descr="{&quot;templafy&quot;:{&quot;id&quot;:&quot;385b518f-3fb7-4c71-a49c-ce790d2116e4&quot;}}"/>
          <p:cNvPicPr>
            <a:picLocks noChangeAspect="1"/>
          </p:cNvPicPr>
          <p:nvPr/>
        </p:nvPicPr>
        <p:blipFill>
          <a:blip r:embed="rId4"/>
          <a:stretch>
            <a:fillRect/>
          </a:stretch>
        </p:blipFill>
        <p:spPr>
          <a:xfrm>
            <a:off x="504000" y="504000"/>
            <a:ext cx="1303866" cy="360000"/>
          </a:xfrm>
          <a:prstGeom prst="rect">
            <a:avLst/>
          </a:prstGeom>
        </p:spPr>
      </p:pic>
    </p:spTree>
    <p:extLst>
      <p:ext uri="{BB962C8B-B14F-4D97-AF65-F5344CB8AC3E}">
        <p14:creationId xmlns:p14="http://schemas.microsoft.com/office/powerpoint/2010/main" val="36447784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911">
          <p15:clr>
            <a:srgbClr val="FBAE40"/>
          </p15:clr>
        </p15:guide>
        <p15:guide id="2" orient="horz" pos="2682">
          <p15:clr>
            <a:srgbClr val="FBAE40"/>
          </p15:clr>
        </p15:guide>
        <p15:guide id="3" orient="horz" pos="299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ver C">
    <p:bg>
      <p:bgPr>
        <a:solidFill>
          <a:srgbClr val="00144A"/>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A814E6-1161-2533-DECB-242314C64D32}"/>
              </a:ext>
            </a:extLst>
          </p:cNvPr>
          <p:cNvPicPr>
            <a:picLocks noChangeAspect="1"/>
          </p:cNvPicPr>
          <p:nvPr userDrawn="1"/>
        </p:nvPicPr>
        <p:blipFill>
          <a:blip r:embed="rId2"/>
          <a:srcRect/>
          <a:stretch/>
        </p:blipFill>
        <p:spPr>
          <a:xfrm>
            <a:off x="2409825" y="1294364"/>
            <a:ext cx="7677375" cy="3819591"/>
          </a:xfrm>
          <a:prstGeom prst="rect">
            <a:avLst/>
          </a:prstGeom>
        </p:spPr>
      </p:pic>
      <p:sp>
        <p:nvSpPr>
          <p:cNvPr id="4" name="Title"/>
          <p:cNvSpPr>
            <a:spLocks noGrp="1"/>
          </p:cNvSpPr>
          <p:nvPr>
            <p:ph type="title" hasCustomPrompt="1"/>
          </p:nvPr>
        </p:nvSpPr>
        <p:spPr>
          <a:xfrm>
            <a:off x="503238" y="2706317"/>
            <a:ext cx="11183936"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36924957" name="LogoWhite-Dynamic" descr="{&quot;templafy&quot;:{&quot;id&quot;:&quot;d012e55a-b76d-4df5-b722-cf8b9217b71e&quot;}}"/>
          <p:cNvPicPr>
            <a:picLocks noChangeAspect="1"/>
          </p:cNvPicPr>
          <p:nvPr/>
        </p:nvPicPr>
        <p:blipFill>
          <a:blip r:embed="rId3"/>
          <a:stretch>
            <a:fillRect/>
          </a:stretch>
        </p:blipFill>
        <p:spPr>
          <a:xfrm>
            <a:off x="504000" y="504000"/>
            <a:ext cx="1303866" cy="360000"/>
          </a:xfrm>
          <a:prstGeom prst="rect">
            <a:avLst/>
          </a:prstGeom>
        </p:spPr>
      </p:pic>
    </p:spTree>
    <p:extLst>
      <p:ext uri="{BB962C8B-B14F-4D97-AF65-F5344CB8AC3E}">
        <p14:creationId xmlns:p14="http://schemas.microsoft.com/office/powerpoint/2010/main" val="3286764471"/>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D">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2" name="Image 1" descr="preencoded.png">
            <a:extLst>
              <a:ext uri="{FF2B5EF4-FFF2-40B4-BE49-F238E27FC236}">
                <a16:creationId xmlns:a16="http://schemas.microsoft.com/office/drawing/2014/main" id="{BAFF1977-7427-5CA2-A419-54E33BAD098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t="22188"/>
          <a:stretch/>
        </p:blipFill>
        <p:spPr>
          <a:xfrm>
            <a:off x="7175500" y="0"/>
            <a:ext cx="4313404" cy="1647915"/>
          </a:xfrm>
          <a:prstGeom prst="rect">
            <a:avLst/>
          </a:prstGeom>
        </p:spPr>
      </p:pic>
      <p:pic>
        <p:nvPicPr>
          <p:cNvPr id="13" name="Image 1" descr="preencoded.png">
            <a:extLst>
              <a:ext uri="{FF2B5EF4-FFF2-40B4-BE49-F238E27FC236}">
                <a16:creationId xmlns:a16="http://schemas.microsoft.com/office/drawing/2014/main" id="{58102CDA-6550-338C-434D-B8FA408CB4D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75500" y="2385967"/>
            <a:ext cx="4313404" cy="2117815"/>
          </a:xfrm>
          <a:prstGeom prst="rect">
            <a:avLst/>
          </a:prstGeom>
        </p:spPr>
      </p:pic>
      <p:pic>
        <p:nvPicPr>
          <p:cNvPr id="14" name="Image 1" descr="preencoded.png">
            <a:extLst>
              <a:ext uri="{FF2B5EF4-FFF2-40B4-BE49-F238E27FC236}">
                <a16:creationId xmlns:a16="http://schemas.microsoft.com/office/drawing/2014/main" id="{65BCE9EE-E0B3-4D29-F0C4-BD00A1DA3A2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b="23687"/>
          <a:stretch/>
        </p:blipFill>
        <p:spPr>
          <a:xfrm>
            <a:off x="7175500" y="5241835"/>
            <a:ext cx="4313404" cy="1616165"/>
          </a:xfrm>
          <a:prstGeom prst="rect">
            <a:avLst/>
          </a:prstGeom>
        </p:spPr>
      </p:pic>
      <p:pic>
        <p:nvPicPr>
          <p:cNvPr id="518364064" name="LogoBlack-Dynamic" descr="{&quot;templafy&quot;:{&quot;id&quot;:&quot;3327e2b9-007e-4c35-bb4f-dda513599ef6&quot;}}"/>
          <p:cNvPicPr>
            <a:picLocks noChangeAspect="1"/>
          </p:cNvPicPr>
          <p:nvPr/>
        </p:nvPicPr>
        <p:blipFill>
          <a:blip r:embed="rId5"/>
          <a:stretch>
            <a:fillRect/>
          </a:stretch>
        </p:blipFill>
        <p:spPr>
          <a:xfrm>
            <a:off x="504000" y="504000"/>
            <a:ext cx="1300840" cy="360000"/>
          </a:xfrm>
          <a:prstGeom prst="rect">
            <a:avLst/>
          </a:prstGeom>
        </p:spPr>
      </p:pic>
    </p:spTree>
    <p:extLst>
      <p:ext uri="{BB962C8B-B14F-4D97-AF65-F5344CB8AC3E}">
        <p14:creationId xmlns:p14="http://schemas.microsoft.com/office/powerpoint/2010/main" val="1125177450"/>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E">
    <p:bg>
      <p:bgPr>
        <a:solidFill>
          <a:srgbClr val="002A86"/>
        </a:solidFill>
        <a:effectLst/>
      </p:bgPr>
    </p:bg>
    <p:spTree>
      <p:nvGrpSpPr>
        <p:cNvPr id="1" name=""/>
        <p:cNvGrpSpPr/>
        <p:nvPr/>
      </p:nvGrpSpPr>
      <p:grpSpPr>
        <a:xfrm>
          <a:off x="0" y="0"/>
          <a:ext cx="0" cy="0"/>
          <a:chOff x="0" y="0"/>
          <a:chExt cx="0" cy="0"/>
        </a:xfrm>
      </p:grpSpPr>
      <p:pic>
        <p:nvPicPr>
          <p:cNvPr id="1931868790" name="LogoWhite-Dynamic" descr="{&quot;templafy&quot;:{&quot;id&quot;:&quot;985fd89a-21a0-40dc-bbb5-95021e399123&quot;}}"/>
          <p:cNvPicPr>
            <a:picLocks noChangeAspect="1"/>
          </p:cNvPicPr>
          <p:nvPr/>
        </p:nvPicPr>
        <p:blipFill>
          <a:blip r:embed="rId2"/>
          <a:stretch>
            <a:fillRect/>
          </a:stretch>
        </p:blipFill>
        <p:spPr>
          <a:xfrm>
            <a:off x="504000" y="504000"/>
            <a:ext cx="1303866" cy="360000"/>
          </a:xfrm>
          <a:prstGeom prst="rect">
            <a:avLst/>
          </a:prstGeom>
        </p:spPr>
      </p:pic>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8" name="Image 1" descr="preencoded.png">
            <a:extLst>
              <a:ext uri="{FF2B5EF4-FFF2-40B4-BE49-F238E27FC236}">
                <a16:creationId xmlns:a16="http://schemas.microsoft.com/office/drawing/2014/main" id="{8CDC0F09-263D-29E7-D374-16F5252D45B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22188"/>
          <a:stretch/>
        </p:blipFill>
        <p:spPr>
          <a:xfrm>
            <a:off x="7175500" y="0"/>
            <a:ext cx="4313404" cy="1647915"/>
          </a:xfrm>
          <a:prstGeom prst="rect">
            <a:avLst/>
          </a:prstGeom>
        </p:spPr>
      </p:pic>
      <p:pic>
        <p:nvPicPr>
          <p:cNvPr id="19" name="Image 1" descr="preencoded.png">
            <a:extLst>
              <a:ext uri="{FF2B5EF4-FFF2-40B4-BE49-F238E27FC236}">
                <a16:creationId xmlns:a16="http://schemas.microsoft.com/office/drawing/2014/main" id="{DC385859-B9B6-B3C8-F173-ECEB2422A16C}"/>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175500" y="2385967"/>
            <a:ext cx="4313404" cy="2117815"/>
          </a:xfrm>
          <a:prstGeom prst="rect">
            <a:avLst/>
          </a:prstGeom>
        </p:spPr>
      </p:pic>
      <p:pic>
        <p:nvPicPr>
          <p:cNvPr id="20" name="Image 1" descr="preencoded.png">
            <a:extLst>
              <a:ext uri="{FF2B5EF4-FFF2-40B4-BE49-F238E27FC236}">
                <a16:creationId xmlns:a16="http://schemas.microsoft.com/office/drawing/2014/main" id="{087266D6-22F1-A496-6B1F-14CEDC804997}"/>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b="23687"/>
          <a:stretch/>
        </p:blipFill>
        <p:spPr>
          <a:xfrm>
            <a:off x="7175500" y="5241835"/>
            <a:ext cx="4313404" cy="1616165"/>
          </a:xfrm>
          <a:prstGeom prst="rect">
            <a:avLst/>
          </a:prstGeom>
        </p:spPr>
      </p:pic>
    </p:spTree>
    <p:extLst>
      <p:ext uri="{BB962C8B-B14F-4D97-AF65-F5344CB8AC3E}">
        <p14:creationId xmlns:p14="http://schemas.microsoft.com/office/powerpoint/2010/main" val="3555262697"/>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 F">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9" y="2706317"/>
            <a:ext cx="5129700"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5" name="Freeform 139">
            <a:extLst>
              <a:ext uri="{FF2B5EF4-FFF2-40B4-BE49-F238E27FC236}">
                <a16:creationId xmlns:a16="http://schemas.microsoft.com/office/drawing/2014/main" id="{FA0F61C1-1CC3-1F5A-18B8-8E26514F6688}"/>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pic>
        <p:nvPicPr>
          <p:cNvPr id="1661329815" name="LogoBlack-Dynamic" descr="{&quot;templafy&quot;:{&quot;id&quot;:&quot;a321fdb0-a0d8-48eb-b09f-07b5f187768b&quot;}}"/>
          <p:cNvPicPr>
            <a:picLocks noChangeAspect="1"/>
          </p:cNvPicPr>
          <p:nvPr/>
        </p:nvPicPr>
        <p:blipFill>
          <a:blip r:embed="rId2"/>
          <a:stretch>
            <a:fillRect/>
          </a:stretch>
        </p:blipFill>
        <p:spPr>
          <a:xfrm>
            <a:off x="504000" y="504000"/>
            <a:ext cx="1300840" cy="360000"/>
          </a:xfrm>
          <a:prstGeom prst="rect">
            <a:avLst/>
          </a:prstGeom>
        </p:spPr>
      </p:pic>
    </p:spTree>
    <p:extLst>
      <p:ext uri="{BB962C8B-B14F-4D97-AF65-F5344CB8AC3E}">
        <p14:creationId xmlns:p14="http://schemas.microsoft.com/office/powerpoint/2010/main" val="1466096911"/>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ver G">
    <p:bg>
      <p:bgPr>
        <a:solidFill>
          <a:schemeClr val="bg1"/>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100393"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7" name="Picture 6">
            <a:extLst>
              <a:ext uri="{FF2B5EF4-FFF2-40B4-BE49-F238E27FC236}">
                <a16:creationId xmlns:a16="http://schemas.microsoft.com/office/drawing/2014/main" id="{4E45A13C-829D-1987-9534-F97491F0C5FB}"/>
              </a:ext>
            </a:extLst>
          </p:cNvPr>
          <p:cNvPicPr>
            <a:picLocks noChangeAspect="1"/>
          </p:cNvPicPr>
          <p:nvPr userDrawn="1"/>
        </p:nvPicPr>
        <p:blipFill>
          <a:blip r:embed="rId2"/>
          <a:stretch>
            <a:fillRect/>
          </a:stretch>
        </p:blipFill>
        <p:spPr>
          <a:xfrm>
            <a:off x="5970588" y="1931313"/>
            <a:ext cx="5685160" cy="2829600"/>
          </a:xfrm>
          <a:prstGeom prst="rect">
            <a:avLst/>
          </a:prstGeom>
        </p:spPr>
      </p:pic>
      <p:pic>
        <p:nvPicPr>
          <p:cNvPr id="1614219700" name="LogoBlue-Dynamic" descr="{&quot;templafy&quot;:{&quot;id&quot;:&quot;e669c4aa-9a39-4361-8ec2-32e5f2c4331f&quot;}}"/>
          <p:cNvPicPr>
            <a:picLocks noChangeAspect="1"/>
          </p:cNvPicPr>
          <p:nvPr/>
        </p:nvPicPr>
        <p:blipFill>
          <a:blip r:embed="rId3"/>
          <a:stretch>
            <a:fillRect/>
          </a:stretch>
        </p:blipFill>
        <p:spPr>
          <a:xfrm>
            <a:off x="504000" y="504000"/>
            <a:ext cx="1300840" cy="360000"/>
          </a:xfrm>
          <a:prstGeom prst="rect">
            <a:avLst/>
          </a:prstGeom>
        </p:spPr>
      </p:pic>
    </p:spTree>
    <p:extLst>
      <p:ext uri="{BB962C8B-B14F-4D97-AF65-F5344CB8AC3E}">
        <p14:creationId xmlns:p14="http://schemas.microsoft.com/office/powerpoint/2010/main" val="2843143893"/>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H">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9" y="2706317"/>
            <a:ext cx="5112116" cy="997196"/>
          </a:xfrm>
        </p:spPr>
        <p:txBody>
          <a:bodyPr anchor="b" anchorCtr="0">
            <a:noAutofit/>
          </a:bodyPr>
          <a:lstStyle>
            <a:lvl1pPr>
              <a:lnSpc>
                <a:spcPct val="9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5980250" y="1932069"/>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a:solidFill>
            <a:srgbClr val="1B90FF"/>
          </a:solidFill>
        </p:spPr>
        <p:txBody>
          <a:bodyPr anchor="ctr" anchorCtr="0"/>
          <a:lstStyle>
            <a:lvl1pPr marL="0" indent="0" algn="l">
              <a:buNone/>
              <a:defRPr>
                <a:solidFill>
                  <a:schemeClr val="tx1"/>
                </a:solidFill>
              </a:defRPr>
            </a:lvl1pPr>
          </a:lstStyle>
          <a:p>
            <a:r>
              <a:rPr lang="en-US"/>
              <a:t>         Click to add image</a:t>
            </a:r>
          </a:p>
        </p:txBody>
      </p:sp>
      <p:pic>
        <p:nvPicPr>
          <p:cNvPr id="943033529" name="LogoBlack-Dynamic" descr="{&quot;templafy&quot;:{&quot;id&quot;:&quot;3865487f-8671-4894-a284-911ecbcb71ca&quot;}}"/>
          <p:cNvPicPr>
            <a:picLocks noChangeAspect="1"/>
          </p:cNvPicPr>
          <p:nvPr/>
        </p:nvPicPr>
        <p:blipFill>
          <a:blip r:embed="rId2"/>
          <a:stretch>
            <a:fillRect/>
          </a:stretch>
        </p:blipFill>
        <p:spPr>
          <a:xfrm>
            <a:off x="504000" y="504000"/>
            <a:ext cx="1300840" cy="360000"/>
          </a:xfrm>
          <a:prstGeom prst="rect">
            <a:avLst/>
          </a:prstGeom>
        </p:spPr>
      </p:pic>
    </p:spTree>
    <p:extLst>
      <p:ext uri="{BB962C8B-B14F-4D97-AF65-F5344CB8AC3E}">
        <p14:creationId xmlns:p14="http://schemas.microsoft.com/office/powerpoint/2010/main" val="702694119"/>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I">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1187112"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1801534125" name="LogoBlue-Dynamic" descr="{&quot;templafy&quot;:{&quot;id&quot;:&quot;b3bfd38a-8455-4796-9fa7-6990dd42efc6&quot;}}"/>
          <p:cNvPicPr>
            <a:picLocks noChangeAspect="1"/>
          </p:cNvPicPr>
          <p:nvPr/>
        </p:nvPicPr>
        <p:blipFill>
          <a:blip r:embed="rId2"/>
          <a:stretch>
            <a:fillRect/>
          </a:stretch>
        </p:blipFill>
        <p:spPr>
          <a:xfrm>
            <a:off x="504000" y="5998166"/>
            <a:ext cx="1300840" cy="360000"/>
          </a:xfrm>
          <a:prstGeom prst="rect">
            <a:avLst/>
          </a:prstGeom>
        </p:spPr>
      </p:pic>
    </p:spTree>
    <p:extLst>
      <p:ext uri="{BB962C8B-B14F-4D97-AF65-F5344CB8AC3E}">
        <p14:creationId xmlns:p14="http://schemas.microsoft.com/office/powerpoint/2010/main" val="29625726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ver J">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0683936"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GB"/>
              <a:t>Title goes here</a:t>
            </a:r>
            <a:br>
              <a:rPr lang="en-GB"/>
            </a:br>
            <a:r>
              <a:rPr lang="en-GB"/>
              <a:t>and here and here</a:t>
            </a:r>
            <a:endParaRPr lang="en-US"/>
          </a:p>
        </p:txBody>
      </p:sp>
      <p:pic>
        <p:nvPicPr>
          <p:cNvPr id="62650251" name="LogoBlue-Dynamic" descr="{&quot;templafy&quot;:{&quot;id&quot;:&quot;c077dc88-ad70-44de-ab0c-de9711af8978&quot;}}"/>
          <p:cNvPicPr>
            <a:picLocks noChangeAspect="1"/>
          </p:cNvPicPr>
          <p:nvPr/>
        </p:nvPicPr>
        <p:blipFill>
          <a:blip r:embed="rId2"/>
          <a:stretch>
            <a:fillRect/>
          </a:stretch>
        </p:blipFill>
        <p:spPr>
          <a:xfrm>
            <a:off x="504000" y="5997600"/>
            <a:ext cx="1300840" cy="360000"/>
          </a:xfrm>
          <a:prstGeom prst="rect">
            <a:avLst/>
          </a:prstGeom>
        </p:spPr>
      </p:pic>
      <p:sp>
        <p:nvSpPr>
          <p:cNvPr id="2" name="Rectangle 1">
            <a:extLst>
              <a:ext uri="{FF2B5EF4-FFF2-40B4-BE49-F238E27FC236}">
                <a16:creationId xmlns:a16="http://schemas.microsoft.com/office/drawing/2014/main" id="{22A511F2-AB36-486F-DD38-75D70E7966D1}"/>
              </a:ext>
            </a:extLst>
          </p:cNvPr>
          <p:cNvSpPr/>
          <p:nvPr userDrawn="1"/>
        </p:nvSpPr>
        <p:spPr bwMode="gray">
          <a:xfrm>
            <a:off x="0" y="-1"/>
            <a:ext cx="12195175" cy="3429001"/>
          </a:xfrm>
          <a:prstGeom prst="rect">
            <a:avLst/>
          </a:prstGeom>
          <a:solidFill>
            <a:srgbClr val="002A8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0070F2"/>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5" name="Image 1" descr="preencoded.png">
            <a:extLst>
              <a:ext uri="{FF2B5EF4-FFF2-40B4-BE49-F238E27FC236}">
                <a16:creationId xmlns:a16="http://schemas.microsoft.com/office/drawing/2014/main" id="{F499F4C9-2427-3F8A-52CC-B08C56B79E1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610894" y="503238"/>
            <a:ext cx="4085806" cy="2006067"/>
          </a:xfrm>
          <a:prstGeom prst="rect">
            <a:avLst/>
          </a:prstGeom>
        </p:spPr>
      </p:pic>
    </p:spTree>
    <p:extLst>
      <p:ext uri="{BB962C8B-B14F-4D97-AF65-F5344CB8AC3E}">
        <p14:creationId xmlns:p14="http://schemas.microsoft.com/office/powerpoint/2010/main" val="3535952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ver K">
    <p:bg>
      <p:bgPr>
        <a:solidFill>
          <a:srgbClr val="1B90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06317"/>
            <a:ext cx="6134326" cy="997196"/>
          </a:xfrm>
        </p:spPr>
        <p:txBody>
          <a:bodyPr anchor="b" anchorCtr="0">
            <a:noAutofit/>
          </a:bodyPr>
          <a:lstStyle>
            <a:lvl1pPr>
              <a:lnSpc>
                <a:spcPct val="9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088109345" name="LogoWhite-Dynamic" descr="{&quot;templafy&quot;:{&quot;id&quot;:&quot;0622d0b3-d0a7-4bfd-be1b-2f63db14b3f1&quot;}}"/>
          <p:cNvPicPr>
            <a:picLocks noChangeAspect="1"/>
          </p:cNvPicPr>
          <p:nvPr/>
        </p:nvPicPr>
        <p:blipFill>
          <a:blip r:embed="rId2"/>
          <a:stretch>
            <a:fillRect/>
          </a:stretch>
        </p:blipFill>
        <p:spPr>
          <a:xfrm>
            <a:off x="504000" y="504000"/>
            <a:ext cx="1303866" cy="360000"/>
          </a:xfrm>
          <a:prstGeom prst="rect">
            <a:avLst/>
          </a:prstGeom>
        </p:spPr>
      </p:pic>
      <p:sp>
        <p:nvSpPr>
          <p:cNvPr id="4" name="Free-form: Shape 3">
            <a:extLst>
              <a:ext uri="{FF2B5EF4-FFF2-40B4-BE49-F238E27FC236}">
                <a16:creationId xmlns:a16="http://schemas.microsoft.com/office/drawing/2014/main" id="{DE5B3AD0-1D89-347D-1FDC-8F83FFF6F994}"/>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0070F2"/>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948334025"/>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over L">
    <p:bg>
      <p:bgRef idx="1001">
        <a:schemeClr val="bg1"/>
      </p:bgRef>
    </p:bg>
    <p:spTree>
      <p:nvGrpSpPr>
        <p:cNvPr id="1" name=""/>
        <p:cNvGrpSpPr/>
        <p:nvPr/>
      </p:nvGrpSpPr>
      <p:grpSpPr>
        <a:xfrm>
          <a:off x="0" y="0"/>
          <a:ext cx="0" cy="0"/>
          <a:chOff x="0" y="0"/>
          <a:chExt cx="0" cy="0"/>
        </a:xfrm>
      </p:grpSpPr>
      <p:sp>
        <p:nvSpPr>
          <p:cNvPr id="2" name="Rechteck 9">
            <a:extLst>
              <a:ext uri="{FF2B5EF4-FFF2-40B4-BE49-F238E27FC236}">
                <a16:creationId xmlns:a16="http://schemas.microsoft.com/office/drawing/2014/main" id="{50B7529E-B60E-F89E-F314-F04B082CB02E}"/>
              </a:ext>
            </a:extLst>
          </p:cNvPr>
          <p:cNvSpPr/>
          <p:nvPr userDrawn="1"/>
        </p:nvSpPr>
        <p:spPr bwMode="gray">
          <a:xfrm>
            <a:off x="5970588" y="0"/>
            <a:ext cx="6224588" cy="6858000"/>
          </a:xfrm>
          <a:prstGeom prst="rect">
            <a:avLst/>
          </a:prstGeom>
          <a:solidFill>
            <a:srgbClr val="D1EFFF"/>
          </a:solidFill>
          <a:ln w="25400" algn="ctr">
            <a:noFill/>
            <a:miter lim="800000"/>
            <a:headEnd/>
            <a:tailEnd/>
          </a:ln>
          <a:effectLst/>
        </p:spPr>
        <p:txBody>
          <a:bodyPr wrap="none" rtlCol="0" anchor="ctr"/>
          <a:lstStyle/>
          <a:p>
            <a:pPr algn="ctr" defTabSz="1088875"/>
            <a:endParaRPr lang="de-DE">
              <a:noFill/>
              <a:latin typeface="72 Brand" panose="020B0504030603020204" pitchFamily="34" charset="0"/>
            </a:endParaRPr>
          </a:p>
        </p:txBody>
      </p:sp>
      <p:pic>
        <p:nvPicPr>
          <p:cNvPr id="7" name="Image 1" descr="preencoded.png">
            <a:extLst>
              <a:ext uri="{FF2B5EF4-FFF2-40B4-BE49-F238E27FC236}">
                <a16:creationId xmlns:a16="http://schemas.microsoft.com/office/drawing/2014/main" id="{CA462676-FE5D-71FF-7237-1B7F0ADBEC3A}"/>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930345" y="2227645"/>
            <a:ext cx="4205741" cy="2064955"/>
          </a:xfrm>
          <a:prstGeom prst="rect">
            <a:avLst/>
          </a:prstGeom>
          <a:effectLst>
            <a:outerShdw blurRad="50800" dir="2700000" algn="tl" rotWithShape="0">
              <a:prstClr val="black">
                <a:alpha val="20000"/>
              </a:prstClr>
            </a:outerShdw>
          </a:effectLst>
        </p:spPr>
      </p:pic>
      <p:sp>
        <p:nvSpPr>
          <p:cNvPr id="4" name="Title"/>
          <p:cNvSpPr>
            <a:spLocks noGrp="1"/>
          </p:cNvSpPr>
          <p:nvPr>
            <p:ph type="title" hasCustomPrompt="1"/>
          </p:nvPr>
        </p:nvSpPr>
        <p:spPr>
          <a:xfrm>
            <a:off x="504000" y="2706317"/>
            <a:ext cx="5230813" cy="997196"/>
          </a:xfrm>
        </p:spPr>
        <p:txBody>
          <a:bodyPr anchor="b" anchorCtr="0">
            <a:noAutofit/>
          </a:bodyPr>
          <a:lstStyle>
            <a:lvl1pPr>
              <a:lnSpc>
                <a:spcPct val="90000"/>
              </a:lnSpc>
              <a:defRPr sz="3600" b="0" i="0">
                <a:latin typeface="+mj-lt"/>
                <a:cs typeface="72" panose="020B0503030000000003"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a:ea typeface="72 Brand" pitchFamily="34" charset="-128"/>
              <a:cs typeface="72 Brand" pitchFamily="34" charset="-128"/>
            </a:endParaRPr>
          </a:p>
        </p:txBody>
      </p:sp>
      <p:pic>
        <p:nvPicPr>
          <p:cNvPr id="1478465069" name="LogoBlue-Dynamic" descr="{&quot;templafy&quot;:{&quot;id&quot;:&quot;5e0d1f89-5abb-480e-9337-3d96ed5fcab6&quot;}}"/>
          <p:cNvPicPr>
            <a:picLocks noChangeAspect="1"/>
          </p:cNvPicPr>
          <p:nvPr/>
        </p:nvPicPr>
        <p:blipFill>
          <a:blip r:embed="rId3"/>
          <a:stretch>
            <a:fillRect/>
          </a:stretch>
        </p:blipFill>
        <p:spPr>
          <a:xfrm>
            <a:off x="504000" y="504000"/>
            <a:ext cx="1300840" cy="360000"/>
          </a:xfrm>
          <a:prstGeom prst="rect">
            <a:avLst/>
          </a:prstGeom>
        </p:spPr>
      </p:pic>
    </p:spTree>
    <p:extLst>
      <p:ext uri="{BB962C8B-B14F-4D97-AF65-F5344CB8AC3E}">
        <p14:creationId xmlns:p14="http://schemas.microsoft.com/office/powerpoint/2010/main" val="27845790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genda 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11186477" cy="4804619"/>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Tree>
    <p:extLst>
      <p:ext uri="{BB962C8B-B14F-4D97-AF65-F5344CB8AC3E}">
        <p14:creationId xmlns:p14="http://schemas.microsoft.com/office/powerpoint/2010/main" val="3392343195"/>
      </p:ext>
    </p:extLst>
  </p:cSld>
  <p:clrMapOvr>
    <a:masterClrMapping/>
  </p:clrMapOvr>
  <p:extLst>
    <p:ext uri="{DCECCB84-F9BA-43D5-87BE-67443E8EF086}">
      <p15:sldGuideLst xmlns:p15="http://schemas.microsoft.com/office/powerpoint/2012/main">
        <p15:guide id="2" orient="horz" pos="970">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B">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
        <p:nvSpPr>
          <p:cNvPr id="4" name="Rectangle 3">
            <a:extLst>
              <a:ext uri="{FF2B5EF4-FFF2-40B4-BE49-F238E27FC236}">
                <a16:creationId xmlns:a16="http://schemas.microsoft.com/office/drawing/2014/main" id="{DE0D0982-D686-0C55-3C20-38CF602654D3}"/>
              </a:ext>
            </a:extLst>
          </p:cNvPr>
          <p:cNvSpPr/>
          <p:nvPr/>
        </p:nvSpPr>
        <p:spPr>
          <a:xfrm>
            <a:off x="8128001" y="0"/>
            <a:ext cx="4067174" cy="6858000"/>
          </a:xfrm>
          <a:prstGeom prst="rect">
            <a:avLst/>
          </a:prstGeom>
          <a:solidFill>
            <a:srgbClr val="002A86"/>
          </a:solidFill>
          <a:ln w="12700">
            <a:noFill/>
            <a:headEnd type="none" w="med" len="med"/>
            <a:tailEnd type="none" w="med" len="med"/>
          </a:ln>
          <a:effectLst>
            <a:outerShdw blurRad="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algn="ctr" defTabSz="931773" fontAlgn="base">
              <a:spcBef>
                <a:spcPct val="0"/>
              </a:spcBef>
              <a:spcAft>
                <a:spcPct val="0"/>
              </a:spcAft>
            </a:pPr>
            <a:endParaRPr lang="en-US" sz="1400" kern="0">
              <a:gradFill>
                <a:gsLst>
                  <a:gs pos="0">
                    <a:srgbClr val="002A86"/>
                  </a:gs>
                  <a:gs pos="100000">
                    <a:srgbClr val="002A86"/>
                  </a:gs>
                </a:gsLst>
                <a:lin ang="2700000" scaled="1"/>
              </a:gradFill>
              <a:latin typeface="72 Brand Medium" panose="020B0504030603020204" pitchFamily="34" charset="0"/>
            </a:endParaRPr>
          </a:p>
        </p:txBody>
      </p:sp>
      <p:grpSp>
        <p:nvGrpSpPr>
          <p:cNvPr id="36" name="Group 35">
            <a:extLst>
              <a:ext uri="{FF2B5EF4-FFF2-40B4-BE49-F238E27FC236}">
                <a16:creationId xmlns:a16="http://schemas.microsoft.com/office/drawing/2014/main" id="{35AD2A09-250F-1ADC-43C7-571E869ACEFC}"/>
              </a:ext>
            </a:extLst>
          </p:cNvPr>
          <p:cNvGrpSpPr/>
          <p:nvPr userDrawn="1"/>
        </p:nvGrpSpPr>
        <p:grpSpPr>
          <a:xfrm>
            <a:off x="8831263" y="-1"/>
            <a:ext cx="2895816" cy="6858001"/>
            <a:chOff x="8712092" y="-1"/>
            <a:chExt cx="2895816" cy="6858001"/>
          </a:xfrm>
        </p:grpSpPr>
        <p:sp>
          <p:nvSpPr>
            <p:cNvPr id="7" name="Freeform 139">
              <a:extLst>
                <a:ext uri="{FF2B5EF4-FFF2-40B4-BE49-F238E27FC236}">
                  <a16:creationId xmlns:a16="http://schemas.microsoft.com/office/drawing/2014/main" id="{D7B725F3-3056-4C67-EF57-4A180708DEBC}"/>
                </a:ext>
              </a:extLst>
            </p:cNvPr>
            <p:cNvSpPr/>
            <p:nvPr/>
          </p:nvSpPr>
          <p:spPr>
            <a:xfrm>
              <a:off x="8712092" y="1728123"/>
              <a:ext cx="2895816" cy="1447692"/>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
          <p:nvSpPr>
            <p:cNvPr id="8" name="Freeform 139">
              <a:extLst>
                <a:ext uri="{FF2B5EF4-FFF2-40B4-BE49-F238E27FC236}">
                  <a16:creationId xmlns:a16="http://schemas.microsoft.com/office/drawing/2014/main" id="{9D919D45-FC03-6DF6-A534-7F09777CF3DA}"/>
                </a:ext>
              </a:extLst>
            </p:cNvPr>
            <p:cNvSpPr/>
            <p:nvPr/>
          </p:nvSpPr>
          <p:spPr>
            <a:xfrm>
              <a:off x="8712092" y="3682186"/>
              <a:ext cx="2895816" cy="1447692"/>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
          <p:nvSpPr>
            <p:cNvPr id="11" name="Free-form: Shape 10">
              <a:extLst>
                <a:ext uri="{FF2B5EF4-FFF2-40B4-BE49-F238E27FC236}">
                  <a16:creationId xmlns:a16="http://schemas.microsoft.com/office/drawing/2014/main" id="{0A876687-243B-0F88-E4A6-6D6D20F0B90B}"/>
                </a:ext>
              </a:extLst>
            </p:cNvPr>
            <p:cNvSpPr/>
            <p:nvPr userDrawn="1"/>
          </p:nvSpPr>
          <p:spPr bwMode="gray">
            <a:xfrm>
              <a:off x="8712092" y="-1"/>
              <a:ext cx="2669842" cy="1221752"/>
            </a:xfrm>
            <a:custGeom>
              <a:avLst/>
              <a:gdLst>
                <a:gd name="connsiteX0" fmla="*/ 0 w 2669842"/>
                <a:gd name="connsiteY0" fmla="*/ 0 h 1221752"/>
                <a:gd name="connsiteX1" fmla="*/ 108322 w 2669842"/>
                <a:gd name="connsiteY1" fmla="*/ 0 h 1221752"/>
                <a:gd name="connsiteX2" fmla="*/ 108322 w 2669842"/>
                <a:gd name="connsiteY2" fmla="*/ 1113446 h 1221752"/>
                <a:gd name="connsiteX3" fmla="*/ 1403026 w 2669842"/>
                <a:gd name="connsiteY3" fmla="*/ 1113446 h 1221752"/>
                <a:gd name="connsiteX4" fmla="*/ 2516638 w 2669842"/>
                <a:gd name="connsiteY4" fmla="*/ 0 h 1221752"/>
                <a:gd name="connsiteX5" fmla="*/ 2669842 w 2669842"/>
                <a:gd name="connsiteY5" fmla="*/ 0 h 1221752"/>
                <a:gd name="connsiteX6" fmla="*/ 1447908 w 2669842"/>
                <a:gd name="connsiteY6" fmla="*/ 1221752 h 1221752"/>
                <a:gd name="connsiteX7" fmla="*/ 0 w 2669842"/>
                <a:gd name="connsiteY7" fmla="*/ 1221752 h 1221752"/>
                <a:gd name="connsiteX8" fmla="*/ 0 w 2669842"/>
                <a:gd name="connsiteY8" fmla="*/ 0 h 1221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9842" h="1221752">
                  <a:moveTo>
                    <a:pt x="0" y="0"/>
                  </a:moveTo>
                  <a:lnTo>
                    <a:pt x="108322" y="0"/>
                  </a:lnTo>
                  <a:lnTo>
                    <a:pt x="108322" y="1113446"/>
                  </a:lnTo>
                  <a:lnTo>
                    <a:pt x="1403026" y="1113446"/>
                  </a:lnTo>
                  <a:lnTo>
                    <a:pt x="2516638" y="0"/>
                  </a:lnTo>
                  <a:lnTo>
                    <a:pt x="2669842" y="0"/>
                  </a:lnTo>
                  <a:lnTo>
                    <a:pt x="1447908" y="1221752"/>
                  </a:lnTo>
                  <a:lnTo>
                    <a:pt x="0" y="1221752"/>
                  </a:lnTo>
                  <a:lnTo>
                    <a:pt x="0" y="0"/>
                  </a:lnTo>
                  <a:close/>
                </a:path>
              </a:pathLst>
            </a:custGeom>
            <a:solidFill>
              <a:srgbClr val="1B90FF"/>
            </a:solidFill>
            <a:ln w="4467" cap="flat">
              <a:noFill/>
              <a:prstDash val="solid"/>
              <a:miter/>
            </a:ln>
          </p:spPr>
          <p:txBody>
            <a:bodyPr rtlCol="0" anchor="ctr"/>
            <a:lstStyle/>
            <a:p>
              <a:pPr lvl="0" defTabSz="1088654"/>
              <a:endParaRPr lang="en-DE" noProof="0" err="1">
                <a:solidFill>
                  <a:srgbClr val="000000"/>
                </a:solidFill>
                <a:latin typeface="72 Brand" panose="020B0504030603020204" pitchFamily="34" charset="0"/>
              </a:endParaRPr>
            </a:p>
          </p:txBody>
        </p:sp>
        <p:sp>
          <p:nvSpPr>
            <p:cNvPr id="33" name="Free-form: Shape 32">
              <a:extLst>
                <a:ext uri="{FF2B5EF4-FFF2-40B4-BE49-F238E27FC236}">
                  <a16:creationId xmlns:a16="http://schemas.microsoft.com/office/drawing/2014/main" id="{6A6C2A84-BDA9-F161-B462-F84F02753B0F}"/>
                </a:ext>
              </a:extLst>
            </p:cNvPr>
            <p:cNvSpPr/>
            <p:nvPr userDrawn="1"/>
          </p:nvSpPr>
          <p:spPr bwMode="gray">
            <a:xfrm>
              <a:off x="8712092" y="5636249"/>
              <a:ext cx="2895816" cy="1221751"/>
            </a:xfrm>
            <a:custGeom>
              <a:avLst/>
              <a:gdLst>
                <a:gd name="connsiteX0" fmla="*/ 0 w 2895816"/>
                <a:gd name="connsiteY0" fmla="*/ 0 h 1221751"/>
                <a:gd name="connsiteX1" fmla="*/ 2895816 w 2895816"/>
                <a:gd name="connsiteY1" fmla="*/ 0 h 1221751"/>
                <a:gd name="connsiteX2" fmla="*/ 1673884 w 2895816"/>
                <a:gd name="connsiteY2" fmla="*/ 1221751 h 1221751"/>
                <a:gd name="connsiteX3" fmla="*/ 1520680 w 2895816"/>
                <a:gd name="connsiteY3" fmla="*/ 1221751 h 1221751"/>
                <a:gd name="connsiteX4" fmla="*/ 2634290 w 2895816"/>
                <a:gd name="connsiteY4" fmla="*/ 108306 h 1221751"/>
                <a:gd name="connsiteX5" fmla="*/ 108323 w 2895816"/>
                <a:gd name="connsiteY5" fmla="*/ 108306 h 1221751"/>
                <a:gd name="connsiteX6" fmla="*/ 108323 w 2895816"/>
                <a:gd name="connsiteY6" fmla="*/ 1221751 h 1221751"/>
                <a:gd name="connsiteX7" fmla="*/ 0 w 2895816"/>
                <a:gd name="connsiteY7" fmla="*/ 1221751 h 1221751"/>
                <a:gd name="connsiteX8" fmla="*/ 0 w 2895816"/>
                <a:gd name="connsiteY8" fmla="*/ 0 h 122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5816" h="1221751">
                  <a:moveTo>
                    <a:pt x="0" y="0"/>
                  </a:moveTo>
                  <a:lnTo>
                    <a:pt x="2895816" y="0"/>
                  </a:lnTo>
                  <a:lnTo>
                    <a:pt x="1673884" y="1221751"/>
                  </a:lnTo>
                  <a:lnTo>
                    <a:pt x="1520680" y="1221751"/>
                  </a:lnTo>
                  <a:lnTo>
                    <a:pt x="2634290" y="108306"/>
                  </a:lnTo>
                  <a:lnTo>
                    <a:pt x="108323" y="108306"/>
                  </a:lnTo>
                  <a:lnTo>
                    <a:pt x="108323" y="1221751"/>
                  </a:lnTo>
                  <a:lnTo>
                    <a:pt x="0" y="1221751"/>
                  </a:lnTo>
                  <a:lnTo>
                    <a:pt x="0" y="0"/>
                  </a:lnTo>
                  <a:close/>
                </a:path>
              </a:pathLst>
            </a:custGeom>
            <a:solidFill>
              <a:srgbClr val="1B90FF"/>
            </a:solidFill>
            <a:ln w="4467" cap="flat">
              <a:noFill/>
              <a:prstDash val="solid"/>
              <a:miter/>
            </a:ln>
          </p:spPr>
          <p:txBody>
            <a:bodyPr rtlCol="0" anchor="ctr"/>
            <a:lstStyle/>
            <a:p>
              <a:pPr lvl="0" defTabSz="1088654"/>
              <a:endParaRPr lang="en-DE" noProof="0" err="1">
                <a:solidFill>
                  <a:srgbClr val="000000"/>
                </a:solidFill>
                <a:latin typeface="72 Brand" panose="020B0504030603020204" pitchFamily="34" charset="0"/>
              </a:endParaRPr>
            </a:p>
          </p:txBody>
        </p:sp>
      </p:grpSp>
    </p:spTree>
    <p:extLst>
      <p:ext uri="{BB962C8B-B14F-4D97-AF65-F5344CB8AC3E}">
        <p14:creationId xmlns:p14="http://schemas.microsoft.com/office/powerpoint/2010/main" val="4229422160"/>
      </p:ext>
    </p:extLst>
  </p:cSld>
  <p:clrMapOvr>
    <a:masterClrMapping/>
  </p:clrMapOvr>
  <p:extLst>
    <p:ext uri="{DCECCB84-F9BA-43D5-87BE-67443E8EF086}">
      <p15:sldGuideLst xmlns:p15="http://schemas.microsoft.com/office/powerpoint/2012/main">
        <p15:guide id="2" orient="horz" pos="970">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 Page A">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2965124295"/>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vider Page B">
    <p:bg>
      <p:bgPr>
        <a:solidFill>
          <a:srgbClr val="1B90FF"/>
        </a:solidFill>
        <a:effectLst/>
      </p:bgPr>
    </p:bg>
    <p:spTree>
      <p:nvGrpSpPr>
        <p:cNvPr id="1" name=""/>
        <p:cNvGrpSpPr/>
        <p:nvPr/>
      </p:nvGrpSpPr>
      <p:grpSpPr>
        <a:xfrm>
          <a:off x="0" y="0"/>
          <a:ext cx="0" cy="0"/>
          <a:chOff x="0" y="0"/>
          <a:chExt cx="0" cy="0"/>
        </a:xfrm>
      </p:grpSpPr>
      <p:sp>
        <p:nvSpPr>
          <p:cNvPr id="3" name="Text Placeholder 8">
            <a:extLst>
              <a:ext uri="{FF2B5EF4-FFF2-40B4-BE49-F238E27FC236}">
                <a16:creationId xmlns:a16="http://schemas.microsoft.com/office/drawing/2014/main" id="{FF6F4229-C80F-03D8-379E-5395A9D91051}"/>
              </a:ext>
            </a:extLst>
          </p:cNvPr>
          <p:cNvSpPr>
            <a:spLocks noGrp="1"/>
          </p:cNvSpPr>
          <p:nvPr>
            <p:ph type="body" sz="quarter" idx="10" hasCustomPrompt="1"/>
          </p:nvPr>
        </p:nvSpPr>
        <p:spPr>
          <a:xfrm>
            <a:off x="503239" y="2305050"/>
            <a:ext cx="4745037" cy="685800"/>
          </a:xfrm>
        </p:spPr>
        <p:txBody>
          <a:bodyPr>
            <a:noAutofit/>
          </a:bodyPr>
          <a:lstStyle>
            <a:lvl1pPr marL="0" indent="0">
              <a:buNone/>
              <a:defRPr sz="3200">
                <a:solidFill>
                  <a:schemeClr val="bg1"/>
                </a:solidFill>
              </a:defRPr>
            </a:lvl1pPr>
          </a:lstStyle>
          <a:p>
            <a:pPr lvl="0"/>
            <a:r>
              <a:rPr lang="en-US"/>
              <a:t>Insert subtitle</a:t>
            </a:r>
          </a:p>
        </p:txBody>
      </p:sp>
      <p:sp>
        <p:nvSpPr>
          <p:cNvPr id="4" name="Divider text">
            <a:extLst>
              <a:ext uri="{FF2B5EF4-FFF2-40B4-BE49-F238E27FC236}">
                <a16:creationId xmlns:a16="http://schemas.microsoft.com/office/drawing/2014/main" id="{6F90880B-34A2-54BD-E54C-D9BEA8FA6891}"/>
              </a:ext>
            </a:extLst>
          </p:cNvPr>
          <p:cNvSpPr>
            <a:spLocks noGrp="1"/>
          </p:cNvSpPr>
          <p:nvPr>
            <p:ph type="ctrTitle" hasCustomPrompt="1"/>
          </p:nvPr>
        </p:nvSpPr>
        <p:spPr bwMode="black">
          <a:xfrm>
            <a:off x="504000" y="1375046"/>
            <a:ext cx="11185200" cy="677108"/>
          </a:xfrm>
        </p:spPr>
        <p:txBody>
          <a:bodyPr wrap="square" anchor="t" anchorCtr="0">
            <a:noAutofit/>
          </a:bodyPr>
          <a:lstStyle>
            <a:lvl1pPr marL="0" algn="l" defTabSz="1088558" rtl="0" eaLnBrk="1" latinLnBrk="0" hangingPunct="1">
              <a:spcBef>
                <a:spcPct val="0"/>
              </a:spcBef>
              <a:buNone/>
              <a:defRPr lang="de-DE" sz="4400" b="0" i="0" kern="1200" baseline="0" dirty="0">
                <a:solidFill>
                  <a:schemeClr val="bg1"/>
                </a:solidFill>
                <a:latin typeface="+mj-lt"/>
                <a:ea typeface="+mj-ea"/>
                <a:cs typeface="72" panose="020B0503030000000003" pitchFamily="34" charset="0"/>
              </a:defRPr>
            </a:lvl1pPr>
          </a:lstStyle>
          <a:p>
            <a:r>
              <a:rPr lang="en-US"/>
              <a:t>Divider page</a:t>
            </a:r>
            <a:endParaRPr lang="de-DE"/>
          </a:p>
        </p:txBody>
      </p:sp>
      <p:pic>
        <p:nvPicPr>
          <p:cNvPr id="5" name="Picture 4">
            <a:extLst>
              <a:ext uri="{FF2B5EF4-FFF2-40B4-BE49-F238E27FC236}">
                <a16:creationId xmlns:a16="http://schemas.microsoft.com/office/drawing/2014/main" id="{C2976558-3EEE-080B-A240-E7C3F5ABB868}"/>
              </a:ext>
            </a:extLst>
          </p:cNvPr>
          <p:cNvPicPr>
            <a:picLocks noChangeAspect="1"/>
          </p:cNvPicPr>
          <p:nvPr userDrawn="1"/>
        </p:nvPicPr>
        <p:blipFill>
          <a:blip r:embed="rId2"/>
          <a:stretch>
            <a:fillRect/>
          </a:stretch>
        </p:blipFill>
        <p:spPr>
          <a:xfrm>
            <a:off x="5600141" y="2409572"/>
            <a:ext cx="6090209" cy="3031200"/>
          </a:xfrm>
          <a:prstGeom prst="rect">
            <a:avLst/>
          </a:prstGeom>
        </p:spPr>
      </p:pic>
    </p:spTree>
    <p:extLst>
      <p:ext uri="{BB962C8B-B14F-4D97-AF65-F5344CB8AC3E}">
        <p14:creationId xmlns:p14="http://schemas.microsoft.com/office/powerpoint/2010/main" val="3066619815"/>
      </p:ext>
    </p:extLst>
  </p:cSld>
  <p:clrMapOvr>
    <a:masterClrMapping/>
  </p:clrMapOvr>
  <p:hf sldNum="0" hdr="0" ftr="0" dt="0"/>
  <p:extLst>
    <p:ext uri="{DCECCB84-F9BA-43D5-87BE-67443E8EF086}">
      <p15:sldGuideLst xmlns:p15="http://schemas.microsoft.com/office/powerpoint/2012/main">
        <p15:guide id="2" orient="horz" pos="84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Page C">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81612388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4" orient="horz" pos="865">
          <p15:clr>
            <a:srgbClr val="FBAE40"/>
          </p15:clr>
        </p15:guide>
        <p15:guide id="5" orient="horz" pos="129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Page D">
    <p:spTree>
      <p:nvGrpSpPr>
        <p:cNvPr id="1" name=""/>
        <p:cNvGrpSpPr/>
        <p:nvPr/>
      </p:nvGrpSpPr>
      <p:grpSpPr>
        <a:xfrm>
          <a:off x="0" y="0"/>
          <a:ext cx="0" cy="0"/>
          <a:chOff x="0" y="0"/>
          <a:chExt cx="0" cy="0"/>
        </a:xfrm>
      </p:grpSpPr>
      <p:sp>
        <p:nvSpPr>
          <p:cNvPr id="3" name="Anvil" descr="preencoded.png">
            <a:extLst>
              <a:ext uri="{FF2B5EF4-FFF2-40B4-BE49-F238E27FC236}">
                <a16:creationId xmlns:a16="http://schemas.microsoft.com/office/drawing/2014/main" id="{3DD38521-14BF-F5D9-2930-AE3A04ABFA30}"/>
              </a:ext>
            </a:extLst>
          </p:cNvPr>
          <p:cNvSpPr>
            <a:spLocks noChangeAspect="1"/>
          </p:cNvSpPr>
          <p:nvPr userDrawn="1"/>
        </p:nvSpPr>
        <p:spPr>
          <a:xfrm>
            <a:off x="2726189" y="1767938"/>
            <a:ext cx="6739622" cy="3322123"/>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D1EFFF"/>
          </a:solidFill>
          <a:ln w="25400" algn="ctr">
            <a:noFill/>
            <a:miter lim="800000"/>
            <a:headEnd/>
            <a:tailEnd/>
          </a:ln>
          <a:effectLst/>
        </p:spPr>
        <p:txBody>
          <a:bodyPr wrap="none" rtlCol="0" anchor="ctr"/>
          <a:lstStyle/>
          <a:p>
            <a:pPr algn="ctr" defTabSz="1088875">
              <a:defRPr/>
            </a:pPr>
            <a:r>
              <a:rPr lang="en-US">
                <a:noFill/>
                <a:latin typeface="72 Brand" panose="020B0504030603020204" pitchFamily="34" charset="0"/>
              </a:rPr>
              <a:t>1</a:t>
            </a:r>
          </a:p>
        </p:txBody>
      </p:sp>
      <p:sp>
        <p:nvSpPr>
          <p:cNvPr id="2" name="Divider text"/>
          <p:cNvSpPr>
            <a:spLocks noGrp="1"/>
          </p:cNvSpPr>
          <p:nvPr>
            <p:ph type="ctrTitle" hasCustomPrompt="1"/>
          </p:nvPr>
        </p:nvSpPr>
        <p:spPr bwMode="black">
          <a:xfrm>
            <a:off x="503238" y="3090446"/>
            <a:ext cx="11187112"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3037101351"/>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1056272423"/>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805175"/>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2309339"/>
      </p:ext>
    </p:extLst>
  </p:cSld>
  <p:clrMapOvr>
    <a:masterClrMapping/>
  </p:clrMapOvr>
  <p:extLst>
    <p:ext uri="{DCECCB84-F9BA-43D5-87BE-67443E8EF086}">
      <p15:sldGuideLst xmlns:p15="http://schemas.microsoft.com/office/powerpoint/2012/main">
        <p15:guide id="4" orient="horz" pos="318">
          <p15:clr>
            <a:srgbClr val="FBAE40"/>
          </p15:clr>
        </p15:guide>
        <p15:guide id="5" orient="horz" pos="552">
          <p15:clr>
            <a:srgbClr val="FBAE40"/>
          </p15:clr>
        </p15:guide>
        <p15:guide id="6" orient="horz" pos="95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225477" y="1548000"/>
            <a:ext cx="5465000"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5465000"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236898964"/>
      </p:ext>
    </p:extLst>
  </p:cSld>
  <p:clrMapOvr>
    <a:masterClrMapping/>
  </p:clrMapOvr>
  <p:extLst>
    <p:ext uri="{DCECCB84-F9BA-43D5-87BE-67443E8EF086}">
      <p15:sldGuideLst xmlns:p15="http://schemas.microsoft.com/office/powerpoint/2012/main">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934948924"/>
      </p:ext>
    </p:extLst>
  </p:cSld>
  <p:clrMapOvr>
    <a:masterClrMapping/>
  </p:clrMapOvr>
  <p:extLst>
    <p:ext uri="{DCECCB84-F9BA-43D5-87BE-67443E8EF086}">
      <p15:sldGuideLst xmlns:p15="http://schemas.microsoft.com/office/powerpoint/2012/main">
        <p15:guide id="2" orient="horz" pos="317">
          <p15:clr>
            <a:srgbClr val="FBAE40"/>
          </p15:clr>
        </p15:guide>
        <p15:guide id="8" orient="horz" pos="551">
          <p15:clr>
            <a:srgbClr val="FBAE40"/>
          </p15:clr>
        </p15:guide>
        <p15:guide id="9" orient="horz" pos="97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221413" y="4770000"/>
            <a:ext cx="5469064" cy="15831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225477"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465000" cy="15831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543758232"/>
      </p:ext>
    </p:extLst>
  </p:cSld>
  <p:clrMapOvr>
    <a:masterClrMapping/>
  </p:clrMapOvr>
  <p:extLst>
    <p:ext uri="{DCECCB84-F9BA-43D5-87BE-67443E8EF086}">
      <p15:sldGuideLst xmlns:p15="http://schemas.microsoft.com/office/powerpoint/2012/main">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128000" y="4354921"/>
            <a:ext cx="3562477"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128000" y="1548000"/>
            <a:ext cx="356247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314824" y="4354921"/>
            <a:ext cx="3560763"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314826" y="1548000"/>
            <a:ext cx="3560762"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560000"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35600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704845051"/>
      </p:ext>
    </p:extLst>
  </p:cSld>
  <p:clrMapOvr>
    <a:masterClrMapping/>
  </p:clrMapOvr>
  <p:extLst>
    <p:ext uri="{DCECCB84-F9BA-43D5-87BE-67443E8EF086}">
      <p15:sldGuideLst xmlns:p15="http://schemas.microsoft.com/office/powerpoint/2012/main">
        <p15:guide id="2" orient="horz" pos="317">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099598"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080501" y="1548000"/>
            <a:ext cx="2609976"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234398"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221413"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369199"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362325"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999"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999" y="1548000"/>
            <a:ext cx="2605913"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234100776"/>
      </p:ext>
    </p:extLst>
  </p:cSld>
  <p:clrMapOvr>
    <a:masterClrMapping/>
  </p:clrMapOvr>
  <p:extLst>
    <p:ext uri="{DCECCB84-F9BA-43D5-87BE-67443E8EF086}">
      <p15:sldGuideLst xmlns:p15="http://schemas.microsoft.com/office/powerpoint/2012/main">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4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8" y="1548000"/>
            <a:ext cx="7371589"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06272282"/>
      </p:ext>
    </p:extLst>
  </p:cSld>
  <p:clrMapOvr>
    <a:masterClrMapping/>
  </p:clrMapOvr>
  <p:extLst>
    <p:ext uri="{DCECCB84-F9BA-43D5-87BE-67443E8EF086}">
      <p15:sldGuideLst xmlns:p15="http://schemas.microsoft.com/office/powerpoint/2012/main">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3259175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465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526515816"/>
      </p:ext>
    </p:extLst>
  </p:cSld>
  <p:clrMapOvr>
    <a:masterClrMapping/>
  </p:clrMapOvr>
  <p:extLst>
    <p:ext uri="{DCECCB84-F9BA-43D5-87BE-67443E8EF086}">
      <p15:sldGuideLst xmlns:p15="http://schemas.microsoft.com/office/powerpoint/2012/main">
        <p15:guide id="2" orient="horz" pos="972">
          <p15:clr>
            <a:srgbClr val="FBAE40"/>
          </p15:clr>
        </p15:guide>
        <p15:guide id="6" orient="horz" pos="317">
          <p15:clr>
            <a:srgbClr val="FBAE40"/>
          </p15:clr>
        </p15:guide>
        <p15:guide id="7" orient="horz" pos="55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805175"/>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3476886908"/>
      </p:ext>
    </p:extLst>
  </p:cSld>
  <p:clrMapOvr>
    <a:masterClrMapping/>
  </p:clrMapOvr>
  <p:extLst>
    <p:ext uri="{DCECCB84-F9BA-43D5-87BE-67443E8EF086}">
      <p15:sldGuideLst xmlns:p15="http://schemas.microsoft.com/office/powerpoint/2012/main">
        <p15:guide id="2" orient="horz" pos="317">
          <p15:clr>
            <a:srgbClr val="FBAE40"/>
          </p15:clr>
        </p15:guide>
        <p15:guide id="3" orient="horz" pos="551">
          <p15:clr>
            <a:srgbClr val="FBAE40"/>
          </p15:clr>
        </p15:guide>
        <p15:guide id="4" orient="horz" pos="97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D1EFFF"/>
        </a:solidFill>
        <a:effectLst/>
      </p:bgPr>
    </p:bg>
    <p:spTree>
      <p:nvGrpSpPr>
        <p:cNvPr id="1" name=""/>
        <p:cNvGrpSpPr/>
        <p:nvPr/>
      </p:nvGrpSpPr>
      <p:grpSpPr>
        <a:xfrm>
          <a:off x="0" y="0"/>
          <a:ext cx="0" cy="0"/>
          <a:chOff x="0" y="0"/>
          <a:chExt cx="0" cy="0"/>
        </a:xfrm>
      </p:grpSpPr>
      <p:sp>
        <p:nvSpPr>
          <p:cNvPr id="10" name="Anvil" descr="preencoded.png">
            <a:extLst>
              <a:ext uri="{FF2B5EF4-FFF2-40B4-BE49-F238E27FC236}">
                <a16:creationId xmlns:a16="http://schemas.microsoft.com/office/drawing/2014/main" id="{C4FED2BE-6259-64CE-562B-46975C5747E1}"/>
              </a:ext>
            </a:extLst>
          </p:cNvPr>
          <p:cNvSpPr/>
          <p:nvPr userDrawn="1"/>
        </p:nvSpPr>
        <p:spPr>
          <a:xfrm>
            <a:off x="2409825" y="1543050"/>
            <a:ext cx="8061100" cy="3973513"/>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89D1FF"/>
          </a:solidFill>
          <a:ln w="15238" cap="flat">
            <a:noFill/>
            <a:prstDash val="solid"/>
            <a:miter/>
          </a:ln>
        </p:spPr>
        <p:txBody>
          <a:bodyPr rtlCol="0" anchor="ctr"/>
          <a:lstStyle/>
          <a:p>
            <a:endParaRPr lang="en-US" b="0" i="0">
              <a:latin typeface="72 Brand" panose="020B0504030603020204" pitchFamily="34" charset="0"/>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1455738" y="3256398"/>
            <a:ext cx="9282112" cy="646112"/>
          </a:xfrm>
        </p:spPr>
        <p:txBody>
          <a:bodyPr anchor="ctr" anchorCtr="0">
            <a:noAutofit/>
          </a:bodyPr>
          <a:lstStyle>
            <a:lvl1pPr>
              <a:lnSpc>
                <a:spcPct val="10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0070F2"/>
              </a:buClr>
              <a:buSzPct val="80000"/>
            </a:pPr>
            <a:r>
              <a:rPr lang="en-US"/>
              <a:t>“Add Quote”</a:t>
            </a:r>
            <a:endParaRPr lang="de-DE" sz="3600" kern="0" err="1">
              <a:ea typeface="72 Brand" pitchFamily="34" charset="-128"/>
              <a:cs typeface="72 Brand" pitchFamily="34" charset="-128"/>
            </a:endParaRPr>
          </a:p>
        </p:txBody>
      </p:sp>
      <p:sp>
        <p:nvSpPr>
          <p:cNvPr id="9" name="Text Placeholder 8">
            <a:extLst>
              <a:ext uri="{FF2B5EF4-FFF2-40B4-BE49-F238E27FC236}">
                <a16:creationId xmlns:a16="http://schemas.microsoft.com/office/drawing/2014/main" id="{6F45BB20-CC77-71AE-A785-DCD42C2AECFC}"/>
              </a:ext>
            </a:extLst>
          </p:cNvPr>
          <p:cNvSpPr>
            <a:spLocks noGrp="1"/>
          </p:cNvSpPr>
          <p:nvPr>
            <p:ph type="body" sz="quarter" idx="12" hasCustomPrompt="1"/>
          </p:nvPr>
        </p:nvSpPr>
        <p:spPr>
          <a:xfrm>
            <a:off x="2409825" y="5832475"/>
            <a:ext cx="8328025" cy="520700"/>
          </a:xfrm>
        </p:spPr>
        <p:txBody>
          <a:bodyPr/>
          <a:lstStyle>
            <a:lvl1pPr>
              <a:defRPr sz="1400"/>
            </a:lvl1pPr>
          </a:lstStyle>
          <a:p>
            <a:pPr lvl="0"/>
            <a:r>
              <a:rPr lang="en-GB"/>
              <a:t>Speaker,</a:t>
            </a:r>
          </a:p>
          <a:p>
            <a:pPr lvl="0"/>
            <a:r>
              <a:rPr lang="en-GB"/>
              <a:t>Company, Role</a:t>
            </a:r>
            <a:endParaRPr lang="en-DE"/>
          </a:p>
        </p:txBody>
      </p:sp>
      <p:sp>
        <p:nvSpPr>
          <p:cNvPr id="13" name="Text Placeholder 12">
            <a:extLst>
              <a:ext uri="{FF2B5EF4-FFF2-40B4-BE49-F238E27FC236}">
                <a16:creationId xmlns:a16="http://schemas.microsoft.com/office/drawing/2014/main" id="{E96E6B39-45BC-B141-4D4B-63CD006D461E}"/>
              </a:ext>
            </a:extLst>
          </p:cNvPr>
          <p:cNvSpPr>
            <a:spLocks noGrp="1"/>
          </p:cNvSpPr>
          <p:nvPr>
            <p:ph type="body" sz="quarter" idx="13" hasCustomPrompt="1"/>
          </p:nvPr>
        </p:nvSpPr>
        <p:spPr>
          <a:xfrm>
            <a:off x="503238" y="503238"/>
            <a:ext cx="11183937" cy="370800"/>
          </a:xfrm>
        </p:spPr>
        <p:txBody>
          <a:bodyPr/>
          <a:lstStyle>
            <a:lvl1pPr>
              <a:defRPr sz="2400">
                <a:latin typeface="72 Brand Medium" panose="020B0604030603020204" pitchFamily="34" charset="0"/>
              </a:defRPr>
            </a:lvl1pPr>
          </a:lstStyle>
          <a:p>
            <a:pPr lvl="0"/>
            <a:r>
              <a:rPr lang="en-GB"/>
              <a:t>Insert page title (sentence case)</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317611756"/>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3475">
          <p15:clr>
            <a:srgbClr val="FBAE40"/>
          </p15:clr>
        </p15:guide>
        <p15:guide id="8" orient="horz" pos="323">
          <p15:clr>
            <a:srgbClr val="FBAE40"/>
          </p15:clr>
        </p15:guide>
        <p15:guide id="9" orient="horz" pos="55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Q &amp; A">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81300"/>
            <a:ext cx="4765675" cy="646112"/>
          </a:xfrm>
        </p:spPr>
        <p:txBody>
          <a:bodyPr anchor="ctr" anchorCtr="0">
            <a:noAutofit/>
          </a:bodyPr>
          <a:lstStyle>
            <a:lvl1pPr>
              <a:lnSpc>
                <a:spcPct val="10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0070F2"/>
              </a:buClr>
              <a:buSzPct val="80000"/>
            </a:pPr>
            <a:r>
              <a:rPr lang="en-US"/>
              <a:t>What's On Your Mind?</a:t>
            </a:r>
          </a:p>
        </p:txBody>
      </p:sp>
      <p:sp>
        <p:nvSpPr>
          <p:cNvPr id="13" name="Text Placeholder 12">
            <a:extLst>
              <a:ext uri="{FF2B5EF4-FFF2-40B4-BE49-F238E27FC236}">
                <a16:creationId xmlns:a16="http://schemas.microsoft.com/office/drawing/2014/main" id="{E96E6B39-45BC-B141-4D4B-63CD006D461E}"/>
              </a:ext>
            </a:extLst>
          </p:cNvPr>
          <p:cNvSpPr>
            <a:spLocks noGrp="1"/>
          </p:cNvSpPr>
          <p:nvPr>
            <p:ph type="body" sz="quarter" idx="13" hasCustomPrompt="1"/>
          </p:nvPr>
        </p:nvSpPr>
        <p:spPr>
          <a:xfrm>
            <a:off x="503238" y="503238"/>
            <a:ext cx="11183937" cy="370800"/>
          </a:xfrm>
        </p:spPr>
        <p:txBody>
          <a:bodyPr/>
          <a:lstStyle>
            <a:lvl1pPr>
              <a:defRPr sz="2400">
                <a:solidFill>
                  <a:schemeClr val="tx1"/>
                </a:solidFill>
                <a:latin typeface="72 Brand Medium" panose="020B0604030603020204" pitchFamily="34" charset="0"/>
              </a:defRPr>
            </a:lvl1pPr>
          </a:lstStyle>
          <a:p>
            <a:pPr lvl="0"/>
            <a:r>
              <a:rPr lang="en-GB"/>
              <a:t>Insert page title (sentence case)</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Text Placeholder 11">
            <a:extLst>
              <a:ext uri="{FF2B5EF4-FFF2-40B4-BE49-F238E27FC236}">
                <a16:creationId xmlns:a16="http://schemas.microsoft.com/office/drawing/2014/main" id="{15DED969-77E2-26AA-CB6C-CBBE1D08826B}"/>
              </a:ext>
            </a:extLst>
          </p:cNvPr>
          <p:cNvSpPr>
            <a:spLocks noGrp="1"/>
          </p:cNvSpPr>
          <p:nvPr>
            <p:ph type="body" sz="quarter" idx="14" hasCustomPrompt="1"/>
          </p:nvPr>
        </p:nvSpPr>
        <p:spPr>
          <a:xfrm>
            <a:off x="503238" y="3725638"/>
            <a:ext cx="4765675" cy="393925"/>
          </a:xfrm>
        </p:spPr>
        <p:txBody>
          <a:bodyPr/>
          <a:lstStyle>
            <a:lvl1pPr>
              <a:defRPr sz="2000">
                <a:solidFill>
                  <a:schemeClr val="tx1"/>
                </a:solidFill>
              </a:defRPr>
            </a:lvl1pPr>
            <a:lvl5pPr>
              <a:defRPr/>
            </a:lvl5pPr>
          </a:lstStyle>
          <a:p>
            <a:pPr lvl="0"/>
            <a:r>
              <a:rPr lang="en-GB"/>
              <a:t>You Ask, We Answer.</a:t>
            </a:r>
          </a:p>
        </p:txBody>
      </p:sp>
      <p:sp>
        <p:nvSpPr>
          <p:cNvPr id="15" name="Freeform 139">
            <a:extLst>
              <a:ext uri="{FF2B5EF4-FFF2-40B4-BE49-F238E27FC236}">
                <a16:creationId xmlns:a16="http://schemas.microsoft.com/office/drawing/2014/main" id="{56FC0E0D-AC3F-5FC3-96B0-FC51FA509DAC}"/>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Tree>
    <p:extLst>
      <p:ext uri="{BB962C8B-B14F-4D97-AF65-F5344CB8AC3E}">
        <p14:creationId xmlns:p14="http://schemas.microsoft.com/office/powerpoint/2010/main" val="3538997962"/>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1752">
          <p15:clr>
            <a:srgbClr val="FBAE40"/>
          </p15:clr>
        </p15:guide>
        <p15:guide id="8" orient="horz" pos="323">
          <p15:clr>
            <a:srgbClr val="FBAE40"/>
          </p15:clr>
        </p15:guide>
        <p15:guide id="9" orient="horz" pos="55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ank You A">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70F2"/>
              </a:buClr>
              <a:buSzPct val="80000"/>
              <a:buFontTx/>
              <a:buNone/>
              <a:tabLst/>
              <a:defRPr/>
            </a:pPr>
            <a:r>
              <a:rPr lang="en-US" sz="1600" b="0" i="0">
                <a:latin typeface="+mn-lt"/>
              </a:rPr>
              <a:t>Contact information:</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238" y="1543050"/>
            <a:ext cx="5465762" cy="846386"/>
          </a:xfrm>
        </p:spPr>
        <p:txBody>
          <a:bodyPr/>
          <a:lstStyle>
            <a:lvl1pPr>
              <a:defRPr sz="5500" b="0" i="0">
                <a:latin typeface="72 Brand Medium" panose="020B0504030603020204" pitchFamily="34" charset="0"/>
              </a:defRPr>
            </a:lvl1pPr>
          </a:lstStyle>
          <a:p>
            <a:r>
              <a:rPr lang="en-GB"/>
              <a:t>Thank you.</a:t>
            </a:r>
            <a:endParaRPr lang="en-US"/>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stretch>
            <a:fillRect/>
          </a:stretch>
        </p:blipFill>
        <p:spPr>
          <a:xfrm>
            <a:off x="8183947" y="5990000"/>
            <a:ext cx="3506403" cy="360000"/>
          </a:xfrm>
          <a:prstGeom prst="rect">
            <a:avLst/>
          </a:prstGeom>
        </p:spPr>
      </p:pic>
      <p:sp>
        <p:nvSpPr>
          <p:cNvPr id="2" name="Copyright Placeholder" descr="{&quot;templafy&quot;:{&quot;id&quot;:&quot;ba9fff8e-a26f-4604-9418-39eec7243848&quot;}}">
            <a:extLst>
              <a:ext uri="{FF2B5EF4-FFF2-40B4-BE49-F238E27FC236}">
                <a16:creationId xmlns:a16="http://schemas.microsoft.com/office/drawing/2014/main" id="{565E87ED-3DFA-D2CD-24E2-199538EC4F11}"/>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2026</a:t>
            </a:r>
            <a:r>
              <a:rPr lang="en-GB">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latin typeface="72 Brand" panose="020B0504030603020204" pitchFamily="34" charset="0"/>
              <a:cs typeface="Arial" panose="020B0604020202020204" pitchFamily="34" charset="0"/>
            </a:endParaRPr>
          </a:p>
        </p:txBody>
      </p:sp>
    </p:spTree>
    <p:extLst>
      <p:ext uri="{BB962C8B-B14F-4D97-AF65-F5344CB8AC3E}">
        <p14:creationId xmlns:p14="http://schemas.microsoft.com/office/powerpoint/2010/main" val="1886682581"/>
      </p:ext>
    </p:extLst>
  </p:cSld>
  <p:clrMapOvr>
    <a:masterClrMapping/>
  </p:clrMapOvr>
  <p:hf sldNum="0" hdr="0" ftr="0" dt="0"/>
  <p:extLst>
    <p:ext uri="{DCECCB84-F9BA-43D5-87BE-67443E8EF086}">
      <p15:sldGuideLst xmlns:p15="http://schemas.microsoft.com/office/powerpoint/2012/main">
        <p15:guide id="2" orient="horz" pos="970">
          <p15:clr>
            <a:srgbClr val="FBAE40"/>
          </p15:clr>
        </p15:guide>
        <p15:guide id="4" orient="horz" pos="183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ank you B">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4024430"/>
            <a:ext cx="5466588" cy="998420"/>
          </a:xfrm>
        </p:spPr>
        <p:txBody>
          <a:bodyPr vert="horz" wrap="square" lIns="0" tIns="0" rIns="0" bIns="0" rtlCol="0">
            <a:noAutofit/>
          </a:bodyPr>
          <a:lstStyle>
            <a:lvl1pPr>
              <a:lnSpc>
                <a:spcPct val="90000"/>
              </a:lnSpc>
              <a:defRPr lang="de-DE" sz="5500" b="0" i="0" dirty="0">
                <a:latin typeface="72 Brand Medium" panose="020B0504030603020204" pitchFamily="34" charset="0"/>
                <a:ea typeface="+mn-ea"/>
                <a:cs typeface="+mn-cs"/>
              </a:defRPr>
            </a:lvl1pPr>
          </a:lstStyle>
          <a:p>
            <a:pPr lvl="0"/>
            <a:r>
              <a:rPr lang="en-US"/>
              <a:t>Thank you.</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2" name="Picture 1">
            <a:extLst>
              <a:ext uri="{FF2B5EF4-FFF2-40B4-BE49-F238E27FC236}">
                <a16:creationId xmlns:a16="http://schemas.microsoft.com/office/drawing/2014/main" id="{3F8F6905-A0D4-DA0D-B1C3-892DEA90CF6B}"/>
              </a:ext>
            </a:extLst>
          </p:cNvPr>
          <p:cNvPicPr>
            <a:picLocks noChangeAspect="1"/>
          </p:cNvPicPr>
          <p:nvPr userDrawn="1"/>
        </p:nvPicPr>
        <p:blipFill>
          <a:blip r:embed="rId2"/>
          <a:stretch>
            <a:fillRect/>
          </a:stretch>
        </p:blipFill>
        <p:spPr>
          <a:xfrm>
            <a:off x="8129588" y="5990000"/>
            <a:ext cx="3506403" cy="360000"/>
          </a:xfrm>
          <a:prstGeom prst="rect">
            <a:avLst/>
          </a:prstGeom>
        </p:spPr>
      </p:pic>
      <p:sp>
        <p:nvSpPr>
          <p:cNvPr id="5" name="Copyright Placeholder" descr="{&quot;templafy&quot;:{&quot;id&quot;:&quot;ba9fff8e-a26f-4604-9418-39eec7243848&quot;}}">
            <a:extLst>
              <a:ext uri="{FF2B5EF4-FFF2-40B4-BE49-F238E27FC236}">
                <a16:creationId xmlns:a16="http://schemas.microsoft.com/office/drawing/2014/main" id="{C0F15E99-C02F-C566-8827-500E6A9C1D4E}"/>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2026</a:t>
            </a:r>
            <a:r>
              <a:rPr lang="en-GB">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latin typeface="72 Brand" panose="020B0504030603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EC35C5B-3872-7864-2787-0C648AA99BB6}"/>
              </a:ext>
            </a:extLst>
          </p:cNvPr>
          <p:cNvSpPr/>
          <p:nvPr userDrawn="1"/>
        </p:nvSpPr>
        <p:spPr bwMode="gray">
          <a:xfrm>
            <a:off x="11296650" y="6494825"/>
            <a:ext cx="898525" cy="360000"/>
          </a:xfrm>
          <a:prstGeom prst="rect">
            <a:avLst/>
          </a:prstGeom>
          <a:solidFill>
            <a:schemeClr val="bg1"/>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0070F2"/>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21278824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4" pos="326">
          <p15:clr>
            <a:srgbClr val="A4A3A4"/>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4947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User guide TIPS &amp; TRICK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A4BFCE-B81D-CBD1-C182-360E8B61B7DF}"/>
              </a:ext>
            </a:extLst>
          </p:cNvPr>
          <p:cNvPicPr>
            <a:picLocks noChangeAspect="1"/>
          </p:cNvPicPr>
          <p:nvPr userDrawn="1"/>
        </p:nvPicPr>
        <p:blipFill>
          <a:blip r:embed="rId2"/>
          <a:srcRect t="1" r="69235" b="-57172"/>
          <a:stretch/>
        </p:blipFill>
        <p:spPr>
          <a:xfrm>
            <a:off x="8283791" y="1604962"/>
            <a:ext cx="343400" cy="568302"/>
          </a:xfrm>
          <a:prstGeom prst="rect">
            <a:avLst/>
          </a:prstGeom>
        </p:spPr>
      </p:pic>
      <p:pic>
        <p:nvPicPr>
          <p:cNvPr id="26" name="Picture 25">
            <a:extLst>
              <a:ext uri="{FF2B5EF4-FFF2-40B4-BE49-F238E27FC236}">
                <a16:creationId xmlns:a16="http://schemas.microsoft.com/office/drawing/2014/main" id="{0B9183E9-C13E-58A0-4347-EB86D2AEA0FC}"/>
              </a:ext>
            </a:extLst>
          </p:cNvPr>
          <p:cNvPicPr>
            <a:picLocks noChangeAspect="1"/>
          </p:cNvPicPr>
          <p:nvPr userDrawn="1"/>
        </p:nvPicPr>
        <p:blipFill>
          <a:blip r:embed="rId2"/>
          <a:srcRect l="41606" t="3929"/>
          <a:stretch/>
        </p:blipFill>
        <p:spPr>
          <a:xfrm>
            <a:off x="8129588" y="2073216"/>
            <a:ext cx="651804" cy="347377"/>
          </a:xfrm>
          <a:prstGeom prst="rect">
            <a:avLst/>
          </a:prstGeom>
        </p:spPr>
      </p:pic>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3105509" y="1142617"/>
            <a:ext cx="217703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PICTURES</a:t>
            </a:r>
            <a:endParaRPr lang="en-GB" sz="1400">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b="1" noProof="1">
                <a:solidFill>
                  <a:srgbClr val="000000"/>
                </a:solidFill>
                <a:latin typeface="+mn-lt"/>
                <a:cs typeface="Arial" panose="020B0604020202020204" pitchFamily="34" charset="0"/>
              </a:rPr>
              <a:t>Insert corporate picture from Templafy</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noProof="1">
                <a:solidFill>
                  <a:srgbClr val="000000"/>
                </a:solidFill>
                <a:latin typeface="+mn-lt"/>
                <a:cs typeface="Arial" panose="020B0604020202020204" pitchFamily="34" charset="0"/>
              </a:rPr>
              <a:t>1.</a:t>
            </a:r>
            <a:r>
              <a:rPr lang="en-GB" altLang="da-DK" sz="900" b="0" noProof="1">
                <a:solidFill>
                  <a:srgbClr val="000000"/>
                </a:solidFill>
                <a:latin typeface="+mn-lt"/>
                <a:cs typeface="Arial" panose="020B0604020202020204" pitchFamily="34" charset="0"/>
              </a:rPr>
              <a:t> Click the blue </a:t>
            </a:r>
            <a:r>
              <a:rPr lang="en-GB" altLang="da-DK" sz="900" b="1" baseline="0" noProof="1">
                <a:solidFill>
                  <a:srgbClr val="000000"/>
                </a:solidFill>
                <a:latin typeface="+mn-lt"/>
                <a:cs typeface="Arial" panose="020B0604020202020204" pitchFamily="34" charset="0"/>
              </a:rPr>
              <a:t>Templafy </a:t>
            </a:r>
            <a:r>
              <a:rPr lang="en-GB" altLang="da-DK" sz="900" b="0" baseline="0" noProof="1">
                <a:solidFill>
                  <a:srgbClr val="000000"/>
                </a:solidFill>
                <a:latin typeface="+mn-lt"/>
                <a:cs typeface="Arial" panose="020B0604020202020204" pitchFamily="34" charset="0"/>
              </a:rPr>
              <a:t>button to view Templafy pane on right side of the screen, if it is not already there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2. </a:t>
            </a:r>
            <a:r>
              <a:rPr lang="en-GB" altLang="da-DK" sz="900" b="0" baseline="0" noProof="1">
                <a:solidFill>
                  <a:srgbClr val="000000"/>
                </a:solidFill>
                <a:latin typeface="+mn-lt"/>
                <a:cs typeface="Arial" panose="020B0604020202020204" pitchFamily="34" charset="0"/>
              </a:rPr>
              <a:t>Select picture placeholder by clicking on the frame (at the edge)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3</a:t>
            </a:r>
            <a:r>
              <a:rPr lang="en-GB" altLang="da-DK" sz="900" b="0" baseline="0" noProof="1">
                <a:solidFill>
                  <a:srgbClr val="000000"/>
                </a:solidFill>
                <a:latin typeface="+mn-lt"/>
                <a:cs typeface="Lundbeck Display" panose="020B0402040504020204" pitchFamily="34" charset="0"/>
              </a:rPr>
              <a:t> Click the </a:t>
            </a:r>
            <a:r>
              <a:rPr lang="en-GB" altLang="da-DK" sz="900" b="1" baseline="0" noProof="1">
                <a:solidFill>
                  <a:srgbClr val="000000"/>
                </a:solidFill>
                <a:latin typeface="+mn-lt"/>
                <a:cs typeface="Lundbeck Display" panose="020B0402040504020204" pitchFamily="34" charset="0"/>
              </a:rPr>
              <a:t>Images </a:t>
            </a:r>
            <a:r>
              <a:rPr lang="en-GB" altLang="da-DK" sz="900" b="0" i="0" baseline="0" noProof="1">
                <a:solidFill>
                  <a:srgbClr val="000000"/>
                </a:solidFill>
                <a:latin typeface="+mn-lt"/>
                <a:cs typeface="Lundbeck Display" panose="020B0402040504020204" pitchFamily="34" charset="0"/>
              </a:rPr>
              <a:t>button</a:t>
            </a:r>
            <a:r>
              <a:rPr lang="en-GB" altLang="da-DK" sz="900" b="0" baseline="0" noProof="1">
                <a:solidFill>
                  <a:srgbClr val="000000"/>
                </a:solidFill>
                <a:latin typeface="+mn-lt"/>
                <a:cs typeface="Lundbeck Display" panose="020B0402040504020204" pitchFamily="34" charset="0"/>
              </a:rPr>
              <a:t> in the Templafy pane</a:t>
            </a:r>
            <a:endParaRPr lang="en-GB" altLang="da-DK" sz="900" b="0" baseline="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Hint: </a:t>
            </a:r>
            <a:r>
              <a:rPr lang="en-GB" altLang="da-DK" sz="900" b="0" baseline="0" noProof="1">
                <a:solidFill>
                  <a:srgbClr val="000000"/>
                </a:solidFill>
                <a:latin typeface="+mn-lt"/>
                <a:cs typeface="Arial" panose="020B0604020202020204" pitchFamily="34" charset="0"/>
              </a:rPr>
              <a:t>You can search for images in the search field.</a:t>
            </a:r>
            <a:br>
              <a:rPr lang="en-GB" altLang="da-DK" sz="900" b="0" baseline="0" noProof="1">
                <a:solidFill>
                  <a:srgbClr val="000000"/>
                </a:solidFill>
                <a:latin typeface="+mn-lt"/>
                <a:cs typeface="Arial" panose="020B0604020202020204" pitchFamily="34" charset="0"/>
              </a:rPr>
            </a:br>
            <a:endParaRPr lang="en-GB" altLang="da-DK" sz="90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Insert picture from other location</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On slides with pictureplaceholder, click on the icon and choose </a:t>
            </a:r>
            <a:r>
              <a:rPr lang="en-GB" altLang="da-DK" sz="900" b="1" noProof="1">
                <a:solidFill>
                  <a:srgbClr val="000000"/>
                </a:solidFill>
                <a:latin typeface="+mn-lt"/>
                <a:cs typeface="Arial" panose="020B0604020202020204" pitchFamily="34" charset="0"/>
              </a:rPr>
              <a:t>Insert </a:t>
            </a:r>
            <a:r>
              <a:rPr lang="en-GB" altLang="da-DK" sz="900" b="0" noProof="1">
                <a:solidFill>
                  <a:srgbClr val="000000"/>
                </a:solidFill>
                <a:latin typeface="+mn-lt"/>
                <a:cs typeface="Arial" panose="020B0604020202020204" pitchFamily="34" charset="0"/>
              </a:rPr>
              <a:t>to browse for picture</a:t>
            </a:r>
            <a:endParaRPr lang="en-GB" altLang="da-DK" sz="900" b="1" noProof="1">
              <a:solidFill>
                <a:srgbClr val="000000"/>
              </a:solidFill>
              <a:latin typeface="+mn-lt"/>
              <a:cs typeface="Arial" panose="020B0604020202020204" pitchFamily="34" charset="0"/>
            </a:endParaRPr>
          </a:p>
          <a:p>
            <a:pPr eaLnBrk="1" hangingPunct="1">
              <a:lnSpc>
                <a:spcPct val="100000"/>
              </a:lnSpc>
              <a:spcBef>
                <a:spcPts val="1200"/>
              </a:spcBef>
              <a:spcAft>
                <a:spcPts val="600"/>
              </a:spcAft>
              <a:defRPr/>
            </a:pPr>
            <a:r>
              <a:rPr lang="en-GB" sz="900" b="1" noProof="1">
                <a:solidFill>
                  <a:srgbClr val="000000"/>
                </a:solidFill>
                <a:latin typeface="+mn-lt"/>
                <a:cs typeface="Arial" panose="020B0604020202020204" pitchFamily="34" charset="0"/>
              </a:rPr>
              <a:t>Crop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a:t>
            </a:r>
            <a:r>
              <a:rPr lang="en-GB" altLang="da-DK" sz="900" b="0" noProof="1">
                <a:solidFill>
                  <a:srgbClr val="000000"/>
                </a:solidFill>
                <a:latin typeface="+mn-lt"/>
                <a:cs typeface="Arial" panose="020B0604020202020204" pitchFamily="34" charset="0"/>
              </a:rPr>
              <a:t>Click </a:t>
            </a:r>
            <a:r>
              <a:rPr lang="en-GB" altLang="da-DK" sz="900" b="1" noProof="1">
                <a:solidFill>
                  <a:srgbClr val="000000"/>
                </a:solidFill>
                <a:latin typeface="+mn-lt"/>
                <a:cs typeface="Arial" panose="020B0604020202020204" pitchFamily="34" charset="0"/>
              </a:rPr>
              <a:t>Crop</a:t>
            </a:r>
            <a:r>
              <a:rPr lang="en-GB" altLang="da-DK" sz="900" b="0" noProof="1">
                <a:solidFill>
                  <a:srgbClr val="000000"/>
                </a:solidFill>
                <a:latin typeface="+mn-lt"/>
                <a:cs typeface="Arial" panose="020B0604020202020204" pitchFamily="34" charset="0"/>
              </a:rPr>
              <a:t> to change size or focus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If you want to scale the picture, hold </a:t>
            </a:r>
            <a:r>
              <a:rPr lang="en-GB" altLang="da-DK" sz="900" b="1" noProof="1">
                <a:solidFill>
                  <a:srgbClr val="000000"/>
                </a:solidFill>
                <a:latin typeface="+mn-lt"/>
                <a:cs typeface="Arial" panose="020B0604020202020204" pitchFamily="34" charset="0"/>
              </a:rPr>
              <a:t>SHIFT</a:t>
            </a:r>
            <a:r>
              <a:rPr lang="en-GB" altLang="da-DK" sz="900" b="0" noProof="1">
                <a:solidFill>
                  <a:srgbClr val="000000"/>
                </a:solidFill>
                <a:latin typeface="+mn-lt"/>
                <a:cs typeface="Arial" panose="020B0604020202020204" pitchFamily="34" charset="0"/>
              </a:rPr>
              <a:t>-key down while dragging the corners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t>
            </a:r>
            <a:r>
              <a:rPr lang="en-GB" altLang="da-DK" sz="900" b="0" noProof="1">
                <a:solidFill>
                  <a:srgbClr val="000000"/>
                </a:solidFill>
                <a:latin typeface="+mn-lt"/>
                <a:cs typeface="Arial" panose="020B0604020202020204" pitchFamily="34" charset="0"/>
              </a:rPr>
              <a:t>If you delete the picture and insert a new one, the picture may lie in front of the text or graphic. If this happens, select the picture, right-click and choose </a:t>
            </a:r>
            <a:r>
              <a:rPr lang="en-GB" altLang="da-DK" sz="900" b="1" noProof="1">
                <a:solidFill>
                  <a:srgbClr val="000000"/>
                </a:solidFill>
                <a:latin typeface="+mn-lt"/>
                <a:cs typeface="Arial" panose="020B0604020202020204" pitchFamily="34" charset="0"/>
              </a:rPr>
              <a:t>Send to Back</a:t>
            </a:r>
          </a:p>
        </p:txBody>
      </p:sp>
      <p:sp>
        <p:nvSpPr>
          <p:cNvPr id="42" name="Text Box 2">
            <a:extLst>
              <a:ext uri="{FF2B5EF4-FFF2-40B4-BE49-F238E27FC236}">
                <a16:creationId xmlns:a16="http://schemas.microsoft.com/office/drawing/2014/main" id="{00AD0EBC-0A41-4B26-9D79-79E0C00BBA85}"/>
              </a:ext>
            </a:extLst>
          </p:cNvPr>
          <p:cNvSpPr txBox="1">
            <a:spLocks noChangeArrowheads="1"/>
          </p:cNvSpPr>
          <p:nvPr userDrawn="1"/>
        </p:nvSpPr>
        <p:spPr bwMode="auto">
          <a:xfrm>
            <a:off x="503238" y="1142617"/>
            <a:ext cx="1741943" cy="479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TEXT STYLES</a:t>
            </a:r>
            <a:endParaRPr lang="en-GB" altLang="da-DK" sz="1200" b="0" noProof="1">
              <a:solidFill>
                <a:srgbClr val="000000"/>
              </a:solidFill>
              <a:latin typeface="+mn-lt"/>
              <a:cs typeface="Arial" panose="020B0604020202020204" pitchFamily="34" charset="0"/>
            </a:endParaRPr>
          </a:p>
          <a:p>
            <a:pPr eaLnBrk="1" hangingPunct="1">
              <a:spcAft>
                <a:spcPts val="600"/>
              </a:spcAft>
              <a:defRPr/>
            </a:pPr>
            <a:r>
              <a:rPr lang="en-GB" altLang="da-DK" sz="900" b="0" noProof="1">
                <a:solidFill>
                  <a:srgbClr val="000000"/>
                </a:solidFill>
                <a:latin typeface="+mn-lt"/>
                <a:cs typeface="Arial" panose="020B0604020202020204" pitchFamily="34" charset="0"/>
              </a:rPr>
              <a:t>Use the </a:t>
            </a:r>
            <a:r>
              <a:rPr lang="en-GB" altLang="da-DK" sz="900" b="1" noProof="1">
                <a:solidFill>
                  <a:srgbClr val="000000"/>
                </a:solidFill>
                <a:latin typeface="+mn-lt"/>
                <a:cs typeface="Arial" panose="020B0604020202020204" pitchFamily="34" charset="0"/>
              </a:rPr>
              <a:t>TAB</a:t>
            </a:r>
            <a:r>
              <a:rPr lang="en-GB" altLang="da-DK" sz="900" b="0" noProof="1">
                <a:solidFill>
                  <a:srgbClr val="000000"/>
                </a:solidFill>
                <a:latin typeface="+mn-lt"/>
                <a:cs typeface="Arial" panose="020B0604020202020204" pitchFamily="34" charset="0"/>
              </a:rPr>
              <a:t>-key</a:t>
            </a:r>
            <a:r>
              <a:rPr lang="en-GB" altLang="da-DK" sz="900" b="0" baseline="0" noProof="1">
                <a:solidFill>
                  <a:srgbClr val="000000"/>
                </a:solidFill>
                <a:latin typeface="+mn-lt"/>
                <a:cs typeface="Arial" panose="020B0604020202020204" pitchFamily="34" charset="0"/>
              </a:rPr>
              <a:t> to jump through levels. Click </a:t>
            </a:r>
            <a:r>
              <a:rPr lang="en-GB" altLang="da-DK" sz="900" b="1" baseline="0" noProof="1">
                <a:solidFill>
                  <a:srgbClr val="000000"/>
                </a:solidFill>
                <a:latin typeface="+mn-lt"/>
                <a:cs typeface="Arial" panose="020B0604020202020204" pitchFamily="34" charset="0"/>
              </a:rPr>
              <a:t>ENTER</a:t>
            </a:r>
            <a:r>
              <a:rPr lang="en-GB" altLang="da-DK" sz="900" b="0" baseline="0" noProof="1">
                <a:solidFill>
                  <a:srgbClr val="000000"/>
                </a:solidFill>
                <a:latin typeface="+mn-lt"/>
                <a:cs typeface="Arial" panose="020B0604020202020204" pitchFamily="34" charset="0"/>
              </a:rPr>
              <a:t>, then </a:t>
            </a:r>
            <a:r>
              <a:rPr lang="en-GB" altLang="da-DK" sz="900" b="1" baseline="0" noProof="1">
                <a:solidFill>
                  <a:srgbClr val="000000"/>
                </a:solidFill>
                <a:latin typeface="+mn-lt"/>
                <a:cs typeface="Arial" panose="020B0604020202020204" pitchFamily="34" charset="0"/>
              </a:rPr>
              <a:t>TAB</a:t>
            </a:r>
            <a:r>
              <a:rPr lang="en-GB" altLang="da-DK" sz="900" b="0" baseline="0" noProof="1">
                <a:solidFill>
                  <a:srgbClr val="000000"/>
                </a:solidFill>
                <a:latin typeface="+mn-lt"/>
                <a:cs typeface="Arial" panose="020B0604020202020204" pitchFamily="34" charset="0"/>
              </a:rPr>
              <a:t> to switch from one level to the next level</a:t>
            </a:r>
          </a:p>
          <a:p>
            <a:pPr eaLnBrk="1" hangingPunct="1">
              <a:spcAft>
                <a:spcPts val="600"/>
              </a:spcAft>
              <a:defRPr/>
            </a:pPr>
            <a:r>
              <a:rPr lang="en-GB" altLang="da-DK" sz="900" b="0" baseline="0" noProof="1">
                <a:solidFill>
                  <a:srgbClr val="000000"/>
                </a:solidFill>
                <a:latin typeface="+mn-lt"/>
                <a:cs typeface="Arial" panose="020B0604020202020204" pitchFamily="34" charset="0"/>
              </a:rPr>
              <a:t>To go back in levels use </a:t>
            </a:r>
            <a:r>
              <a:rPr lang="en-GB" altLang="da-DK" sz="900" b="1" baseline="0" noProof="1">
                <a:solidFill>
                  <a:srgbClr val="000000"/>
                </a:solidFill>
                <a:latin typeface="+mn-lt"/>
                <a:cs typeface="Arial" panose="020B0604020202020204" pitchFamily="34" charset="0"/>
              </a:rPr>
              <a:t>SHIFT+TAB</a:t>
            </a:r>
            <a:endParaRPr lang="en-GB" sz="900" b="1" noProof="1">
              <a:solidFill>
                <a:srgbClr val="000000"/>
              </a:solidFill>
              <a:latin typeface="+mn-lt"/>
              <a:cs typeface="Arial" panose="020B0604020202020204" pitchFamily="34" charset="0"/>
            </a:endParaRPr>
          </a:p>
          <a:p>
            <a:pPr eaLnBrk="1" hangingPunct="1">
              <a:spcAft>
                <a:spcPts val="600"/>
              </a:spcAft>
              <a:defRPr/>
            </a:pPr>
            <a:r>
              <a:rPr lang="en-GB" sz="900" noProof="1">
                <a:solidFill>
                  <a:srgbClr val="000000"/>
                </a:solidFill>
                <a:latin typeface="+mn-lt"/>
                <a:cs typeface="Arial" panose="020B0604020202020204" pitchFamily="34" charset="0"/>
              </a:rPr>
              <a:t>Alternatively, </a:t>
            </a:r>
            <a:r>
              <a:rPr lang="en-GB" sz="900" b="1" noProof="1">
                <a:solidFill>
                  <a:srgbClr val="000000"/>
                </a:solidFill>
                <a:latin typeface="+mn-lt"/>
                <a:cs typeface="Arial" panose="020B0604020202020204" pitchFamily="34" charset="0"/>
              </a:rPr>
              <a:t>Increase</a:t>
            </a:r>
            <a:r>
              <a:rPr lang="en-GB" sz="900" baseline="0" noProof="1">
                <a:solidFill>
                  <a:srgbClr val="000000"/>
                </a:solidFill>
                <a:latin typeface="+mn-lt"/>
                <a:cs typeface="Arial" panose="020B0604020202020204" pitchFamily="34" charset="0"/>
              </a:rPr>
              <a:t> and </a:t>
            </a:r>
            <a:r>
              <a:rPr lang="en-GB" sz="900" b="1" baseline="0" noProof="1">
                <a:solidFill>
                  <a:srgbClr val="000000"/>
                </a:solidFill>
                <a:latin typeface="+mn-lt"/>
                <a:cs typeface="Arial" panose="020B0604020202020204" pitchFamily="34" charset="0"/>
              </a:rPr>
              <a:t>Decrease </a:t>
            </a:r>
            <a:r>
              <a:rPr lang="en-GB" sz="900" baseline="0" noProof="1">
                <a:solidFill>
                  <a:srgbClr val="000000"/>
                </a:solidFill>
                <a:latin typeface="+mn-lt"/>
                <a:cs typeface="Arial" panose="020B0604020202020204" pitchFamily="34" charset="0"/>
              </a:rPr>
              <a:t>list level can be used</a:t>
            </a:r>
          </a:p>
          <a:p>
            <a:pPr eaLnBrk="1" hangingPunct="1">
              <a:spcAft>
                <a:spcPts val="600"/>
              </a:spcAft>
              <a:defRPr/>
            </a:pPr>
            <a:r>
              <a:rPr lang="en-GB" altLang="da-DK" sz="900" b="1" noProof="1">
                <a:solidFill>
                  <a:srgbClr val="000000"/>
                </a:solidFill>
                <a:latin typeface="+mn-lt"/>
                <a:cs typeface="Arial" panose="020B0604020202020204" pitchFamily="34" charset="0"/>
              </a:rPr>
              <a:t>HINT: </a:t>
            </a:r>
            <a:r>
              <a:rPr lang="en-GB" sz="900" b="1" noProof="1">
                <a:solidFill>
                  <a:srgbClr val="000000"/>
                </a:solidFill>
                <a:latin typeface="+mn-lt"/>
                <a:cs typeface="Arial" panose="020B0604020202020204" pitchFamily="34" charset="0"/>
              </a:rPr>
              <a:t>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Delete bullet for regular text.</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Click on the bullet button to reaply the correct bullet again</a:t>
            </a:r>
          </a:p>
          <a:p>
            <a:pPr marL="0" marR="0" lvl="0" indent="0" algn="l" defTabSz="914400" rtl="0" eaLnBrk="1" fontAlgn="auto" latinLnBrk="0" hangingPunct="1">
              <a:lnSpc>
                <a:spcPct val="100000"/>
              </a:lnSpc>
              <a:spcBef>
                <a:spcPts val="0"/>
              </a:spcBef>
              <a:spcAft>
                <a:spcPts val="600"/>
              </a:spcAft>
              <a:buClrTx/>
              <a:buSzTx/>
              <a:buFontTx/>
              <a:buNone/>
              <a:tabLst/>
              <a:defRPr/>
            </a:pPr>
            <a:br>
              <a:rPr lang="en-GB" altLang="da-DK" sz="900" b="0" noProof="1">
                <a:solidFill>
                  <a:srgbClr val="000000"/>
                </a:solidFill>
                <a:latin typeface="+mn-lt"/>
                <a:cs typeface="Arial" panose="020B0604020202020204" pitchFamily="34" charset="0"/>
              </a:rPr>
            </a:br>
            <a:r>
              <a:rPr lang="en-GB" sz="1200">
                <a:solidFill>
                  <a:srgbClr val="000000"/>
                </a:solidFill>
                <a:latin typeface="+mn-lt"/>
                <a:cs typeface="Arial" panose="020B0604020202020204" pitchFamily="34" charset="0"/>
              </a:rPr>
              <a:t>SLIDES &amp; LAYOUTS</a:t>
            </a:r>
            <a:endParaRPr lang="en-GB" sz="1200" b="1"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Click on the menu </a:t>
            </a:r>
            <a:r>
              <a:rPr lang="en-GB" altLang="da-DK" sz="900" b="1" noProof="1">
                <a:solidFill>
                  <a:srgbClr val="000000"/>
                </a:solidFill>
                <a:latin typeface="+mn-lt"/>
                <a:cs typeface="Arial" panose="020B0604020202020204" pitchFamily="34" charset="0"/>
              </a:rPr>
              <a:t>New Slide </a:t>
            </a:r>
            <a:r>
              <a:rPr lang="en-GB" altLang="da-DK" sz="900" b="0" noProof="1">
                <a:solidFill>
                  <a:srgbClr val="000000"/>
                </a:solidFill>
                <a:latin typeface="+mn-lt"/>
                <a:cs typeface="Arial" panose="020B0604020202020204" pitchFamily="34" charset="0"/>
              </a:rPr>
              <a:t>in the </a:t>
            </a:r>
            <a:r>
              <a:rPr lang="en-GB" altLang="da-DK" sz="900" b="1" noProof="1">
                <a:solidFill>
                  <a:srgbClr val="000000"/>
                </a:solidFill>
                <a:latin typeface="+mn-lt"/>
                <a:cs typeface="Arial" panose="020B0604020202020204" pitchFamily="34" charset="0"/>
              </a:rPr>
              <a:t>Home</a:t>
            </a:r>
            <a:r>
              <a:rPr lang="en-GB" altLang="da-DK" sz="900" b="0" noProof="1">
                <a:solidFill>
                  <a:srgbClr val="000000"/>
                </a:solidFill>
                <a:latin typeface="+mn-lt"/>
                <a:cs typeface="Arial" panose="020B0604020202020204" pitchFamily="34" charset="0"/>
              </a:rPr>
              <a:t> tab to insert a new slide</a:t>
            </a:r>
            <a:br>
              <a:rPr lang="en-GB" altLang="da-DK" sz="900" b="0" noProof="1">
                <a:solidFill>
                  <a:srgbClr val="000000"/>
                </a:solidFill>
                <a:latin typeface="+mn-lt"/>
                <a:cs typeface="Arial" panose="020B0604020202020204" pitchFamily="34" charset="0"/>
              </a:rPr>
            </a:b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Change layout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noProof="1">
                <a:solidFill>
                  <a:srgbClr val="000000"/>
                </a:solidFill>
                <a:latin typeface="+mn-lt"/>
                <a:ea typeface="Arial" panose="020B0604020202020204" pitchFamily="34" charset="0"/>
                <a:cs typeface="Arial" panose="020B0604020202020204" pitchFamily="34" charset="0"/>
              </a:rPr>
              <a:t>Click on the arrow next to </a:t>
            </a:r>
            <a:r>
              <a:rPr lang="en-GB" sz="900" b="1" noProof="1">
                <a:solidFill>
                  <a:srgbClr val="000000"/>
                </a:solidFill>
                <a:latin typeface="+mn-lt"/>
                <a:ea typeface="Arial" panose="020B0604020202020204" pitchFamily="34" charset="0"/>
                <a:cs typeface="Arial" panose="020B0604020202020204" pitchFamily="34" charset="0"/>
              </a:rPr>
              <a:t>Layout </a:t>
            </a:r>
            <a:r>
              <a:rPr lang="en-GB" sz="900" noProof="1">
                <a:solidFill>
                  <a:srgbClr val="000000"/>
                </a:solidFill>
                <a:latin typeface="+mn-lt"/>
                <a:ea typeface="Arial" panose="020B0604020202020204" pitchFamily="34" charset="0"/>
                <a:cs typeface="Arial" panose="020B0604020202020204" pitchFamily="34" charset="0"/>
              </a:rPr>
              <a:t>to view a dropdown menu of possible slide layouts</a:t>
            </a:r>
            <a:br>
              <a:rPr lang="en-GB" altLang="da-DK" sz="900" b="0" baseline="0" noProof="1">
                <a:solidFill>
                  <a:srgbClr val="000000"/>
                </a:solidFill>
                <a:latin typeface="+mn-lt"/>
                <a:cs typeface="Arial" panose="020B0604020202020204" pitchFamily="34" charset="0"/>
              </a:rPr>
            </a:br>
            <a:br>
              <a:rPr lang="en-GB" altLang="da-DK" sz="900" b="0" baseline="0" noProof="1">
                <a:solidFill>
                  <a:srgbClr val="000000"/>
                </a:solidFill>
                <a:latin typeface="+mn-lt"/>
                <a:cs typeface="Arial" panose="020B0604020202020204" pitchFamily="34" charset="0"/>
              </a:rPr>
            </a:br>
            <a:r>
              <a:rPr lang="en-GB" sz="900" b="1" noProof="1">
                <a:solidFill>
                  <a:srgbClr val="000000"/>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1.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Home</a:t>
            </a:r>
            <a:r>
              <a:rPr lang="en-GB" altLang="da-DK" sz="900" noProof="1">
                <a:solidFill>
                  <a:srgbClr val="000000"/>
                </a:solidFill>
                <a:latin typeface="+mn-lt"/>
                <a:cs typeface="Arial" panose="020B0604020202020204" pitchFamily="34" charset="0"/>
              </a:rPr>
              <a:t> tab</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2.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Reset</a:t>
            </a:r>
            <a:r>
              <a:rPr lang="en-GB" altLang="da-DK" sz="900" noProof="1">
                <a:solidFill>
                  <a:srgbClr val="000000"/>
                </a:solidFill>
                <a:latin typeface="+mn-lt"/>
                <a:cs typeface="Arial" panose="020B0604020202020204" pitchFamily="34" charset="0"/>
              </a:rPr>
              <a:t> menu to reset position, size and formatting of the slide placeholders to their default settings</a:t>
            </a:r>
          </a:p>
          <a:p>
            <a:pPr eaLnBrk="1" hangingPunct="1">
              <a:spcAft>
                <a:spcPts val="600"/>
              </a:spcAft>
              <a:defRPr/>
            </a:pPr>
            <a:endParaRPr lang="en-GB" altLang="da-DK" sz="900" b="0" noProof="1">
              <a:solidFill>
                <a:srgbClr val="000000"/>
              </a:solidFill>
              <a:latin typeface="+mn-lt"/>
              <a:cs typeface="Arial" panose="020B0604020202020204" pitchFamily="34" charset="0"/>
            </a:endParaRPr>
          </a:p>
        </p:txBody>
      </p:sp>
      <p:pic>
        <p:nvPicPr>
          <p:cNvPr id="46" name="Picture 29">
            <a:extLst>
              <a:ext uri="{FF2B5EF4-FFF2-40B4-BE49-F238E27FC236}">
                <a16:creationId xmlns:a16="http://schemas.microsoft.com/office/drawing/2014/main" id="{6B35B93D-CCEE-48AF-A769-8729CC05BE8A}"/>
              </a:ext>
            </a:extLst>
          </p:cNvPr>
          <p:cNvPicPr>
            <a:picLocks noChangeAspect="1"/>
          </p:cNvPicPr>
          <p:nvPr userDrawn="1"/>
        </p:nvPicPr>
        <p:blipFill>
          <a:blip r:embed="rId3"/>
          <a:stretch>
            <a:fillRect/>
          </a:stretch>
        </p:blipFill>
        <p:spPr>
          <a:xfrm>
            <a:off x="2251212" y="2382611"/>
            <a:ext cx="457262" cy="257143"/>
          </a:xfrm>
          <a:prstGeom prst="rect">
            <a:avLst/>
          </a:prstGeom>
        </p:spPr>
      </p:pic>
      <p:pic>
        <p:nvPicPr>
          <p:cNvPr id="55" name="Picture 16">
            <a:extLst>
              <a:ext uri="{FF2B5EF4-FFF2-40B4-BE49-F238E27FC236}">
                <a16:creationId xmlns:a16="http://schemas.microsoft.com/office/drawing/2014/main" id="{A13B127D-1BE4-4C8F-96F6-59C8D10D8F4E}"/>
              </a:ext>
            </a:extLst>
          </p:cNvPr>
          <p:cNvPicPr>
            <a:picLocks noChangeAspect="1"/>
          </p:cNvPicPr>
          <p:nvPr userDrawn="1"/>
        </p:nvPicPr>
        <p:blipFill>
          <a:blip r:embed="rId4"/>
          <a:stretch>
            <a:fillRect/>
          </a:stretch>
        </p:blipFill>
        <p:spPr>
          <a:xfrm>
            <a:off x="2251212" y="3852636"/>
            <a:ext cx="328967" cy="505501"/>
          </a:xfrm>
          <a:prstGeom prst="rect">
            <a:avLst/>
          </a:prstGeom>
        </p:spPr>
      </p:pic>
      <p:pic>
        <p:nvPicPr>
          <p:cNvPr id="56" name="Picture 20">
            <a:extLst>
              <a:ext uri="{FF2B5EF4-FFF2-40B4-BE49-F238E27FC236}">
                <a16:creationId xmlns:a16="http://schemas.microsoft.com/office/drawing/2014/main" id="{5730DD9A-26F6-4C14-AE7D-221D2B3F38DD}"/>
              </a:ext>
            </a:extLst>
          </p:cNvPr>
          <p:cNvPicPr>
            <a:picLocks noChangeAspect="1"/>
          </p:cNvPicPr>
          <p:nvPr userDrawn="1"/>
        </p:nvPicPr>
        <p:blipFill>
          <a:blip r:embed="rId5"/>
          <a:stretch>
            <a:fillRect/>
          </a:stretch>
        </p:blipFill>
        <p:spPr>
          <a:xfrm>
            <a:off x="2251212" y="5922364"/>
            <a:ext cx="538605" cy="17284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6"/>
          <a:stretch>
            <a:fillRect/>
          </a:stretch>
        </p:blipFill>
        <p:spPr>
          <a:xfrm>
            <a:off x="5259301" y="4485830"/>
            <a:ext cx="313870"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6238181" y="1142617"/>
            <a:ext cx="217623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SLIDES &amp; SLIDE ELEMENTS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Lundbeck Display" panose="020B0402040504020204" pitchFamily="34" charset="0"/>
              </a:rPr>
              <a:t>Insert predefined slides and elements using the Templafy pane. Choose </a:t>
            </a:r>
            <a:r>
              <a:rPr lang="en-GB" altLang="da-DK" sz="900" b="1" noProof="1">
                <a:solidFill>
                  <a:srgbClr val="000000"/>
                </a:solidFill>
                <a:latin typeface="+mn-lt"/>
                <a:cs typeface="Lundbeck Display" panose="020B0402040504020204" pitchFamily="34" charset="0"/>
              </a:rPr>
              <a:t>Slides</a:t>
            </a:r>
            <a:r>
              <a:rPr lang="en-GB" altLang="da-DK" sz="900" b="0" noProof="1">
                <a:solidFill>
                  <a:srgbClr val="000000"/>
                </a:solidFill>
                <a:latin typeface="+mn-lt"/>
                <a:cs typeface="Lundbeck Display" panose="020B0402040504020204" pitchFamily="34" charset="0"/>
              </a:rPr>
              <a:t> or </a:t>
            </a:r>
            <a:r>
              <a:rPr lang="en-GB" altLang="da-DK" sz="900" b="1" noProof="1">
                <a:solidFill>
                  <a:srgbClr val="000000"/>
                </a:solidFill>
                <a:latin typeface="+mn-lt"/>
                <a:cs typeface="Lundbeck Display" panose="020B0402040504020204" pitchFamily="34" charset="0"/>
              </a:rPr>
              <a:t>Slide elements </a:t>
            </a:r>
            <a:r>
              <a:rPr lang="en-GB" altLang="da-DK" sz="900" b="0" noProof="1">
                <a:solidFill>
                  <a:srgbClr val="000000"/>
                </a:solidFill>
                <a:latin typeface="+mn-lt"/>
                <a:cs typeface="Lundbeck Display" panose="020B0402040504020204" pitchFamily="34" charset="0"/>
              </a:rPr>
              <a:t>from the buttons in the Templafy pane on the right side of the screen</a:t>
            </a:r>
            <a:endParaRPr lang="en-GB" altLang="da-DK" sz="900" b="1" noProof="1">
              <a:solidFill>
                <a:srgbClr val="000000"/>
              </a:solidFill>
              <a:latin typeface="+mn-lt"/>
              <a:cs typeface="Lundbeck Display" panose="020B0402040504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GUIDES</a:t>
            </a:r>
            <a:endParaRPr lang="en-GB" sz="1600" b="1"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View</a:t>
            </a:r>
            <a:r>
              <a:rPr lang="en-GB" altLang="da-DK" sz="900" b="0" noProof="1">
                <a:solidFill>
                  <a:srgbClr val="000000"/>
                </a:solidFill>
                <a:latin typeface="+mn-lt"/>
                <a:cs typeface="Arial" panose="020B0604020202020204" pitchFamily="34" charset="0"/>
              </a:rPr>
              <a:t> tab and set tick mark next to </a:t>
            </a:r>
            <a:r>
              <a:rPr lang="en-GB" altLang="da-DK" sz="900" b="1" noProof="1">
                <a:solidFill>
                  <a:srgbClr val="000000"/>
                </a:solidFill>
                <a:latin typeface="+mn-lt"/>
                <a:cs typeface="Arial" panose="020B0604020202020204" pitchFamily="34" charset="0"/>
              </a:rPr>
              <a:t>Guides</a:t>
            </a:r>
            <a:endParaRPr lang="en-GB" altLang="da-DK" sz="900" b="0"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Alt + F9 </a:t>
            </a:r>
            <a:r>
              <a:rPr lang="en-GB" altLang="da-DK" sz="900" b="0" noProof="1">
                <a:solidFill>
                  <a:srgbClr val="000000"/>
                </a:solidFill>
                <a:latin typeface="+mn-lt"/>
                <a:cs typeface="Arial" panose="020B0604020202020204" pitchFamily="34" charset="0"/>
              </a:rPr>
              <a:t>for quick view of guides</a:t>
            </a: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Mac: </a:t>
            </a:r>
            <a:r>
              <a:rPr lang="en-GB" sz="900" b="0" i="0">
                <a:solidFill>
                  <a:srgbClr val="000000"/>
                </a:solidFill>
                <a:effectLst/>
                <a:latin typeface="+mn-lt"/>
              </a:rPr>
              <a:t>⌘ </a:t>
            </a:r>
            <a:r>
              <a:rPr lang="en-GB" altLang="da-DK" sz="900" b="0" noProof="1">
                <a:solidFill>
                  <a:srgbClr val="000000"/>
                </a:solidFill>
                <a:latin typeface="+mn-lt"/>
                <a:cs typeface="Arial" panose="020B0604020202020204" pitchFamily="34" charset="0"/>
              </a:rPr>
              <a:t>+ option + ctrl + G</a:t>
            </a:r>
            <a:r>
              <a:rPr lang="en-GB" altLang="da-DK" sz="898" b="0" kern="1200" noProof="1">
                <a:solidFill>
                  <a:srgbClr val="000000"/>
                </a:solidFill>
                <a:latin typeface="+mn-lt"/>
                <a:ea typeface="+mn-ea"/>
                <a:cs typeface="Arial" panose="020B0604020202020204" pitchFamily="34" charset="0"/>
              </a:rPr>
              <a:t>.</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COLOR</a:t>
            </a:r>
            <a:br>
              <a:rPr lang="en-GB" sz="1200">
                <a:solidFill>
                  <a:srgbClr val="000000"/>
                </a:solidFill>
                <a:latin typeface="+mn-lt"/>
                <a:cs typeface="Arial" panose="020B0604020202020204" pitchFamily="34" charset="0"/>
              </a:rPr>
            </a:br>
            <a:r>
              <a:rPr lang="en-GB" sz="900" b="0" kern="1200">
                <a:solidFill>
                  <a:srgbClr val="000000"/>
                </a:solidFill>
                <a:latin typeface="+mn-lt"/>
                <a:ea typeface="+mn-ea"/>
                <a:cs typeface="Arial" panose="020B0604020202020204" pitchFamily="34" charset="0"/>
              </a:rPr>
              <a:t>Use the top colors in the Theme Colors or from the Custom Colors</a:t>
            </a:r>
            <a:endParaRPr lang="en-GB" altLang="da-DK" sz="900" b="0" kern="1200" noProof="1">
              <a:solidFill>
                <a:srgbClr val="000000"/>
              </a:solidFill>
              <a:latin typeface="+mn-lt"/>
              <a:ea typeface="+mn-ea"/>
              <a:cs typeface="Arial" panose="020B0604020202020204" pitchFamily="34" charset="0"/>
            </a:endParaRPr>
          </a:p>
        </p:txBody>
      </p:sp>
      <p:pic>
        <p:nvPicPr>
          <p:cNvPr id="25" name="Picture 24">
            <a:extLst>
              <a:ext uri="{FF2B5EF4-FFF2-40B4-BE49-F238E27FC236}">
                <a16:creationId xmlns:a16="http://schemas.microsoft.com/office/drawing/2014/main" id="{6D83AD9C-98AE-450E-B202-15860002D528}"/>
              </a:ext>
            </a:extLst>
          </p:cNvPr>
          <p:cNvPicPr>
            <a:picLocks noChangeAspect="1"/>
          </p:cNvPicPr>
          <p:nvPr userDrawn="1"/>
        </p:nvPicPr>
        <p:blipFill>
          <a:blip r:embed="rId7"/>
          <a:stretch>
            <a:fillRect/>
          </a:stretch>
        </p:blipFill>
        <p:spPr>
          <a:xfrm>
            <a:off x="2251212" y="4832123"/>
            <a:ext cx="475552" cy="176762"/>
          </a:xfrm>
          <a:prstGeom prst="rect">
            <a:avLst/>
          </a:prstGeom>
        </p:spPr>
      </p:pic>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1B3A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18 August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1B3A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1B3A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pic>
        <p:nvPicPr>
          <p:cNvPr id="6" name="Picture 2">
            <a:extLst>
              <a:ext uri="{FF2B5EF4-FFF2-40B4-BE49-F238E27FC236}">
                <a16:creationId xmlns:a16="http://schemas.microsoft.com/office/drawing/2014/main" id="{06599777-CEE9-4330-8A6A-3069D39183B6}"/>
              </a:ext>
            </a:extLst>
          </p:cNvPr>
          <p:cNvPicPr>
            <a:picLocks noChangeAspect="1"/>
          </p:cNvPicPr>
          <p:nvPr userDrawn="1"/>
        </p:nvPicPr>
        <p:blipFill>
          <a:blip r:embed="rId8"/>
          <a:stretch>
            <a:fillRect/>
          </a:stretch>
        </p:blipFill>
        <p:spPr>
          <a:xfrm>
            <a:off x="2251212" y="3134689"/>
            <a:ext cx="257210" cy="285714"/>
          </a:xfrm>
          <a:prstGeom prst="rect">
            <a:avLst/>
          </a:prstGeom>
        </p:spPr>
      </p:pic>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9"/>
          <a:srcRect l="3901" t="45142" r="62601" b="9046"/>
          <a:stretch/>
        </p:blipFill>
        <p:spPr>
          <a:xfrm>
            <a:off x="5245589" y="3691782"/>
            <a:ext cx="341293" cy="321707"/>
          </a:xfrm>
          <a:prstGeom prst="rect">
            <a:avLst/>
          </a:prstGeom>
        </p:spPr>
      </p:pic>
      <p:sp>
        <p:nvSpPr>
          <p:cNvPr id="28" name="Text Box 3">
            <a:extLst>
              <a:ext uri="{FF2B5EF4-FFF2-40B4-BE49-F238E27FC236}">
                <a16:creationId xmlns:a16="http://schemas.microsoft.com/office/drawing/2014/main" id="{DDCB523A-48A3-4250-B4C1-AF02601BB1BD}"/>
              </a:ext>
            </a:extLst>
          </p:cNvPr>
          <p:cNvSpPr txBox="1">
            <a:spLocks noChangeArrowheads="1"/>
          </p:cNvSpPr>
          <p:nvPr userDrawn="1"/>
        </p:nvSpPr>
        <p:spPr bwMode="auto">
          <a:xfrm>
            <a:off x="9082088" y="1142616"/>
            <a:ext cx="2239735"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en-GB" altLang="da-DK" sz="1200" b="0" noProof="1">
                <a:solidFill>
                  <a:srgbClr val="000000"/>
                </a:solidFill>
                <a:latin typeface="+mn-lt"/>
                <a:cs typeface="Arial" panose="020B0604020202020204" pitchFamily="34" charset="0"/>
              </a:rPr>
              <a:t>COPY/PASTE CONTENT</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When copying old content to your new presentation, 2 options are available: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Best practice: </a:t>
            </a:r>
            <a:r>
              <a:rPr lang="en-GB" altLang="da-DK" sz="900" b="0" noProof="1">
                <a:solidFill>
                  <a:srgbClr val="000000"/>
                </a:solidFill>
                <a:latin typeface="+mn-lt"/>
                <a:cs typeface="Arial" panose="020B0604020202020204" pitchFamily="34" charset="0"/>
              </a:rPr>
              <a:t>Create a slide in your new presentation and copy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piece of content at a time (e.g. copy all text from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textbox)</a:t>
            </a:r>
            <a:endParaRPr lang="en-GB" altLang="da-DK" sz="900" b="1" i="0" u="sng"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Or copy an entire slide into your new presentation and then choose a fitting layout. When presentation is done, open an empty presentation (press Ctrl+N). Copy all slides from presentation, paste them into empty one. This will ensure that there are no extra layouts</a:t>
            </a:r>
          </a:p>
          <a:p>
            <a:pPr eaLnBrk="1" hangingPunct="1">
              <a:lnSpc>
                <a:spcPct val="100000"/>
              </a:lnSpc>
              <a:spcAft>
                <a:spcPts val="600"/>
              </a:spcAft>
              <a:defRPr/>
            </a:pPr>
            <a:endParaRPr lang="en-GB" altLang="da-DK" sz="900" b="0" noProof="1">
              <a:solidFill>
                <a:srgbClr val="000000"/>
              </a:solidFill>
              <a:latin typeface="+mn-lt"/>
              <a:cs typeface="Arial" panose="020B0604020202020204" pitchFamily="34" charset="0"/>
            </a:endParaRPr>
          </a:p>
        </p:txBody>
      </p:sp>
      <p:grpSp>
        <p:nvGrpSpPr>
          <p:cNvPr id="13" name="Group 12">
            <a:extLst>
              <a:ext uri="{FF2B5EF4-FFF2-40B4-BE49-F238E27FC236}">
                <a16:creationId xmlns:a16="http://schemas.microsoft.com/office/drawing/2014/main" id="{E066EECC-2461-0C49-FFE7-C164DD64926E}"/>
              </a:ext>
            </a:extLst>
          </p:cNvPr>
          <p:cNvGrpSpPr/>
          <p:nvPr userDrawn="1"/>
        </p:nvGrpSpPr>
        <p:grpSpPr>
          <a:xfrm>
            <a:off x="6251270" y="4056806"/>
            <a:ext cx="1322734" cy="2015520"/>
            <a:chOff x="6199540" y="4122121"/>
            <a:chExt cx="1322734" cy="2015520"/>
          </a:xfrm>
        </p:grpSpPr>
        <p:pic>
          <p:nvPicPr>
            <p:cNvPr id="12" name="Picture 11">
              <a:extLst>
                <a:ext uri="{FF2B5EF4-FFF2-40B4-BE49-F238E27FC236}">
                  <a16:creationId xmlns:a16="http://schemas.microsoft.com/office/drawing/2014/main" id="{BDFE5DB9-990F-7667-F2A7-10A554709507}"/>
                </a:ext>
              </a:extLst>
            </p:cNvPr>
            <p:cNvPicPr>
              <a:picLocks noChangeAspect="1"/>
            </p:cNvPicPr>
            <p:nvPr userDrawn="1"/>
          </p:nvPicPr>
          <p:blipFill>
            <a:blip r:embed="rId10"/>
            <a:stretch>
              <a:fillRect/>
            </a:stretch>
          </p:blipFill>
          <p:spPr>
            <a:xfrm>
              <a:off x="6221970" y="4122121"/>
              <a:ext cx="1265349" cy="2015520"/>
            </a:xfrm>
            <a:prstGeom prst="rect">
              <a:avLst/>
            </a:prstGeom>
          </p:spPr>
        </p:pic>
        <p:sp>
          <p:nvSpPr>
            <p:cNvPr id="32" name="Rectangle 31">
              <a:extLst>
                <a:ext uri="{FF2B5EF4-FFF2-40B4-BE49-F238E27FC236}">
                  <a16:creationId xmlns:a16="http://schemas.microsoft.com/office/drawing/2014/main" id="{B67F39F8-AFAA-4F1A-823C-3AD53FA01A6C}"/>
                </a:ext>
              </a:extLst>
            </p:cNvPr>
            <p:cNvSpPr/>
            <p:nvPr userDrawn="1"/>
          </p:nvSpPr>
          <p:spPr>
            <a:xfrm>
              <a:off x="6199540" y="4135123"/>
              <a:ext cx="1322734" cy="322462"/>
            </a:xfrm>
            <a:prstGeom prst="rect">
              <a:avLst/>
            </a:prstGeom>
            <a:noFill/>
            <a:ln w="25400">
              <a:solidFill>
                <a:srgbClr val="1B3A6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nvGrpSpPr>
            <p:cNvPr id="16" name="Group 15">
              <a:extLst>
                <a:ext uri="{FF2B5EF4-FFF2-40B4-BE49-F238E27FC236}">
                  <a16:creationId xmlns:a16="http://schemas.microsoft.com/office/drawing/2014/main" id="{71F8064C-EA32-2695-A62E-0FD19E6488D2}"/>
                </a:ext>
              </a:extLst>
            </p:cNvPr>
            <p:cNvGrpSpPr/>
            <p:nvPr userDrawn="1"/>
          </p:nvGrpSpPr>
          <p:grpSpPr>
            <a:xfrm>
              <a:off x="6264683" y="4489006"/>
              <a:ext cx="1227581" cy="430507"/>
              <a:chOff x="9633073" y="4865213"/>
              <a:chExt cx="1340678" cy="543868"/>
            </a:xfrm>
          </p:grpSpPr>
          <p:cxnSp>
            <p:nvCxnSpPr>
              <p:cNvPr id="33" name="Straight Connector 32">
                <a:extLst>
                  <a:ext uri="{FF2B5EF4-FFF2-40B4-BE49-F238E27FC236}">
                    <a16:creationId xmlns:a16="http://schemas.microsoft.com/office/drawing/2014/main" id="{275A4E6E-E1F4-43FD-B8CF-26E4922501BE}"/>
                  </a:ext>
                </a:extLst>
              </p:cNvPr>
              <p:cNvCxnSpPr>
                <a:cxnSpLocks/>
              </p:cNvCxnSpPr>
              <p:nvPr userDrawn="1"/>
            </p:nvCxnSpPr>
            <p:spPr>
              <a:xfrm>
                <a:off x="9633073" y="4865213"/>
                <a:ext cx="1340678" cy="543868"/>
              </a:xfrm>
              <a:prstGeom prst="line">
                <a:avLst/>
              </a:prstGeom>
              <a:ln w="25400">
                <a:solidFill>
                  <a:srgbClr val="1B3A6B"/>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D1501F-27A0-4700-9931-9C3FAB584CBF}"/>
                  </a:ext>
                </a:extLst>
              </p:cNvPr>
              <p:cNvCxnSpPr>
                <a:cxnSpLocks/>
              </p:cNvCxnSpPr>
              <p:nvPr userDrawn="1"/>
            </p:nvCxnSpPr>
            <p:spPr>
              <a:xfrm flipV="1">
                <a:off x="9638376" y="4871464"/>
                <a:ext cx="1325413" cy="537617"/>
              </a:xfrm>
              <a:prstGeom prst="line">
                <a:avLst/>
              </a:prstGeom>
              <a:ln w="25400">
                <a:solidFill>
                  <a:srgbClr val="1B3A6B"/>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A5D02872-5612-DE62-3C76-69A4C63D6028}"/>
                </a:ext>
              </a:extLst>
            </p:cNvPr>
            <p:cNvGrpSpPr/>
            <p:nvPr userDrawn="1"/>
          </p:nvGrpSpPr>
          <p:grpSpPr>
            <a:xfrm>
              <a:off x="6272862" y="5981737"/>
              <a:ext cx="1210972" cy="131714"/>
              <a:chOff x="9641250" y="5721348"/>
              <a:chExt cx="1322539" cy="131714"/>
            </a:xfrm>
          </p:grpSpPr>
          <p:cxnSp>
            <p:nvCxnSpPr>
              <p:cNvPr id="35" name="Straight Connector 34">
                <a:extLst>
                  <a:ext uri="{FF2B5EF4-FFF2-40B4-BE49-F238E27FC236}">
                    <a16:creationId xmlns:a16="http://schemas.microsoft.com/office/drawing/2014/main" id="{3B373B96-DCE8-4A3E-B352-6213002B76DB}"/>
                  </a:ext>
                </a:extLst>
              </p:cNvPr>
              <p:cNvCxnSpPr>
                <a:cxnSpLocks/>
              </p:cNvCxnSpPr>
              <p:nvPr userDrawn="1"/>
            </p:nvCxnSpPr>
            <p:spPr>
              <a:xfrm>
                <a:off x="9644154" y="5721348"/>
                <a:ext cx="1319634" cy="131713"/>
              </a:xfrm>
              <a:prstGeom prst="line">
                <a:avLst/>
              </a:prstGeom>
              <a:ln w="25400">
                <a:solidFill>
                  <a:srgbClr val="1B3A6B"/>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1E09DDC-6C4A-434B-BFC0-03680F334496}"/>
                  </a:ext>
                </a:extLst>
              </p:cNvPr>
              <p:cNvCxnSpPr>
                <a:cxnSpLocks/>
              </p:cNvCxnSpPr>
              <p:nvPr userDrawn="1"/>
            </p:nvCxnSpPr>
            <p:spPr>
              <a:xfrm flipV="1">
                <a:off x="9641250" y="5721349"/>
                <a:ext cx="1322539" cy="131713"/>
              </a:xfrm>
              <a:prstGeom prst="line">
                <a:avLst/>
              </a:prstGeom>
              <a:ln w="25400">
                <a:solidFill>
                  <a:srgbClr val="1B3A6B"/>
                </a:solidFill>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7D6A5B63-704C-D12A-FEDD-DDC178A0A966}"/>
                </a:ext>
              </a:extLst>
            </p:cNvPr>
            <p:cNvSpPr/>
            <p:nvPr userDrawn="1"/>
          </p:nvSpPr>
          <p:spPr>
            <a:xfrm>
              <a:off x="6199540" y="5068106"/>
              <a:ext cx="1322734" cy="784053"/>
            </a:xfrm>
            <a:prstGeom prst="rect">
              <a:avLst/>
            </a:prstGeom>
            <a:noFill/>
            <a:ln w="25400">
              <a:solidFill>
                <a:srgbClr val="1B3A6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pic>
        <p:nvPicPr>
          <p:cNvPr id="37" name="Picture 36">
            <a:extLst>
              <a:ext uri="{FF2B5EF4-FFF2-40B4-BE49-F238E27FC236}">
                <a16:creationId xmlns:a16="http://schemas.microsoft.com/office/drawing/2014/main" id="{B7425079-9463-D918-BC58-9BB2E4C1F1F7}"/>
              </a:ext>
            </a:extLst>
          </p:cNvPr>
          <p:cNvPicPr>
            <a:picLocks noChangeAspect="1"/>
          </p:cNvPicPr>
          <p:nvPr userDrawn="1"/>
        </p:nvPicPr>
        <p:blipFill>
          <a:blip r:embed="rId11"/>
          <a:stretch>
            <a:fillRect/>
          </a:stretch>
        </p:blipFill>
        <p:spPr>
          <a:xfrm>
            <a:off x="5207406" y="2480919"/>
            <a:ext cx="417662" cy="410818"/>
          </a:xfrm>
          <a:prstGeom prst="rect">
            <a:avLst/>
          </a:prstGeom>
        </p:spPr>
      </p:pic>
      <p:pic>
        <p:nvPicPr>
          <p:cNvPr id="27" name="Picture 26">
            <a:extLst>
              <a:ext uri="{FF2B5EF4-FFF2-40B4-BE49-F238E27FC236}">
                <a16:creationId xmlns:a16="http://schemas.microsoft.com/office/drawing/2014/main" id="{875D611D-0D6D-59ED-1752-C7417ADF4A76}"/>
              </a:ext>
            </a:extLst>
          </p:cNvPr>
          <p:cNvPicPr>
            <a:picLocks noChangeAspect="1"/>
          </p:cNvPicPr>
          <p:nvPr userDrawn="1"/>
        </p:nvPicPr>
        <p:blipFill>
          <a:blip r:embed="rId12"/>
          <a:stretch>
            <a:fillRect/>
          </a:stretch>
        </p:blipFill>
        <p:spPr>
          <a:xfrm>
            <a:off x="5229878" y="1718612"/>
            <a:ext cx="372718" cy="501344"/>
          </a:xfrm>
          <a:prstGeom prst="rect">
            <a:avLst/>
          </a:prstGeom>
        </p:spPr>
      </p:pic>
      <p:sp>
        <p:nvSpPr>
          <p:cNvPr id="15" name="TextBox 14">
            <a:extLst>
              <a:ext uri="{FF2B5EF4-FFF2-40B4-BE49-F238E27FC236}">
                <a16:creationId xmlns:a16="http://schemas.microsoft.com/office/drawing/2014/main" id="{7801A068-E3DD-7FA1-3B63-14C6C3EFB0AB}"/>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72 Brand" panose="020B0504030603020204" pitchFamily="34" charset="0"/>
              </a:rPr>
              <a:t>Delete this slide after reading</a:t>
            </a:r>
          </a:p>
        </p:txBody>
      </p:sp>
      <p:cxnSp>
        <p:nvCxnSpPr>
          <p:cNvPr id="30" name="Straight Connector 29">
            <a:extLst>
              <a:ext uri="{FF2B5EF4-FFF2-40B4-BE49-F238E27FC236}">
                <a16:creationId xmlns:a16="http://schemas.microsoft.com/office/drawing/2014/main" id="{B0FFC81C-DE75-1214-530C-10EC7C6CE1D9}"/>
              </a:ext>
            </a:extLst>
          </p:cNvPr>
          <p:cNvCxnSpPr/>
          <p:nvPr userDrawn="1"/>
        </p:nvCxnSpPr>
        <p:spPr>
          <a:xfrm>
            <a:off x="2863780"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E604B8-AFBB-5795-1B7C-568E9E9D9EF4}"/>
              </a:ext>
            </a:extLst>
          </p:cNvPr>
          <p:cNvCxnSpPr/>
          <p:nvPr userDrawn="1"/>
        </p:nvCxnSpPr>
        <p:spPr>
          <a:xfrm>
            <a:off x="5970588"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DB3B3D-C6F0-D7B9-3B2E-EFBC939A7A54}"/>
              </a:ext>
            </a:extLst>
          </p:cNvPr>
          <p:cNvCxnSpPr/>
          <p:nvPr userDrawn="1"/>
        </p:nvCxnSpPr>
        <p:spPr>
          <a:xfrm>
            <a:off x="8829781"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pic>
        <p:nvPicPr>
          <p:cNvPr id="50" name="Picture 49">
            <a:extLst>
              <a:ext uri="{FF2B5EF4-FFF2-40B4-BE49-F238E27FC236}">
                <a16:creationId xmlns:a16="http://schemas.microsoft.com/office/drawing/2014/main" id="{E41DC4AD-29D6-BA7E-0AC2-2D78A458DFDB}"/>
              </a:ext>
            </a:extLst>
          </p:cNvPr>
          <p:cNvPicPr>
            <a:picLocks noChangeAspect="1"/>
          </p:cNvPicPr>
          <p:nvPr userDrawn="1"/>
        </p:nvPicPr>
        <p:blipFill>
          <a:blip r:embed="rId13"/>
          <a:stretch>
            <a:fillRect/>
          </a:stretch>
        </p:blipFill>
        <p:spPr>
          <a:xfrm>
            <a:off x="9082088" y="6085528"/>
            <a:ext cx="2606884" cy="267647"/>
          </a:xfrm>
          <a:prstGeom prst="rect">
            <a:avLst/>
          </a:prstGeom>
        </p:spPr>
      </p:pic>
    </p:spTree>
    <p:extLst>
      <p:ext uri="{BB962C8B-B14F-4D97-AF65-F5344CB8AC3E}">
        <p14:creationId xmlns:p14="http://schemas.microsoft.com/office/powerpoint/2010/main" val="25739073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User guide SAP BRAND SITE">
    <p:spTree>
      <p:nvGrpSpPr>
        <p:cNvPr id="1" name=""/>
        <p:cNvGrpSpPr/>
        <p:nvPr/>
      </p:nvGrpSpPr>
      <p:grpSpPr>
        <a:xfrm>
          <a:off x="0" y="0"/>
          <a:ext cx="0" cy="0"/>
          <a:chOff x="0" y="0"/>
          <a:chExt cx="0" cy="0"/>
        </a:xfrm>
      </p:grpSpPr>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1B3A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18 August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1B3A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1B3A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sp>
        <p:nvSpPr>
          <p:cNvPr id="15" name="TextBox 14">
            <a:extLst>
              <a:ext uri="{FF2B5EF4-FFF2-40B4-BE49-F238E27FC236}">
                <a16:creationId xmlns:a16="http://schemas.microsoft.com/office/drawing/2014/main" id="{7801A068-E3DD-7FA1-3B63-14C6C3EFB0AB}"/>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72 Brand" panose="020B0504030603020204" pitchFamily="34" charset="0"/>
              </a:rPr>
              <a:t>Delete this slide after reading</a:t>
            </a:r>
          </a:p>
        </p:txBody>
      </p: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SAP brand site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2" name="TextBox 1">
            <a:extLst>
              <a:ext uri="{FF2B5EF4-FFF2-40B4-BE49-F238E27FC236}">
                <a16:creationId xmlns:a16="http://schemas.microsoft.com/office/drawing/2014/main" id="{36943137-62A8-B3EC-D111-2BA192EF3065}"/>
              </a:ext>
            </a:extLst>
          </p:cNvPr>
          <p:cNvSpPr txBox="1"/>
          <p:nvPr userDrawn="1"/>
        </p:nvSpPr>
        <p:spPr>
          <a:xfrm>
            <a:off x="3375642" y="2402037"/>
            <a:ext cx="2607498" cy="1477328"/>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Download and request licensed and approved photographs, videos, pictograms, icons, and sounds for use in SAP assets</a:t>
            </a:r>
          </a:p>
        </p:txBody>
      </p:sp>
      <p:sp>
        <p:nvSpPr>
          <p:cNvPr id="3" name="TextBox 2">
            <a:extLst>
              <a:ext uri="{FF2B5EF4-FFF2-40B4-BE49-F238E27FC236}">
                <a16:creationId xmlns:a16="http://schemas.microsoft.com/office/drawing/2014/main" id="{82C7D176-86E4-BAA4-EAFA-777197DB11FB}"/>
              </a:ext>
            </a:extLst>
          </p:cNvPr>
          <p:cNvSpPr txBox="1"/>
          <p:nvPr userDrawn="1"/>
        </p:nvSpPr>
        <p:spPr>
          <a:xfrm>
            <a:off x="4066177" y="1881656"/>
            <a:ext cx="1296830" cy="246221"/>
          </a:xfrm>
          <a:prstGeom prst="rect">
            <a:avLst/>
          </a:prstGeom>
          <a:noFill/>
        </p:spPr>
        <p:txBody>
          <a:bodyPr wrap="none" lIns="0" tIns="0" rIns="0" bIns="0" rtlCol="0">
            <a:spAutoFit/>
          </a:bodyPr>
          <a:lstStyle/>
          <a:p>
            <a:pPr fontAlgn="base">
              <a:spcBef>
                <a:spcPct val="50000"/>
              </a:spcBef>
              <a:spcAft>
                <a:spcPct val="0"/>
              </a:spcAft>
              <a:buClr>
                <a:srgbClr val="0070F2"/>
              </a:buClr>
              <a:buSzPct val="80000"/>
            </a:pPr>
            <a:r>
              <a:rPr lang="en-US" sz="1600" kern="0">
                <a:latin typeface="72 Brand Medium" panose="020B0504030603020204" pitchFamily="34" charset="0"/>
                <a:ea typeface="Arial Unicode MS" pitchFamily="34" charset="-128"/>
                <a:cs typeface="Arial Unicode MS" pitchFamily="34" charset="-128"/>
              </a:rPr>
              <a:t>Media Library</a:t>
            </a:r>
          </a:p>
        </p:txBody>
      </p:sp>
      <p:sp>
        <p:nvSpPr>
          <p:cNvPr id="4" name="TextBox 3">
            <a:extLst>
              <a:ext uri="{FF2B5EF4-FFF2-40B4-BE49-F238E27FC236}">
                <a16:creationId xmlns:a16="http://schemas.microsoft.com/office/drawing/2014/main" id="{9FB243CE-B0B3-55AC-0615-A3583693E365}"/>
              </a:ext>
            </a:extLst>
          </p:cNvPr>
          <p:cNvSpPr txBox="1"/>
          <p:nvPr userDrawn="1"/>
        </p:nvSpPr>
        <p:spPr>
          <a:xfrm>
            <a:off x="1198576" y="1881656"/>
            <a:ext cx="570669" cy="246221"/>
          </a:xfrm>
          <a:prstGeom prst="rect">
            <a:avLst/>
          </a:prstGeom>
          <a:noFill/>
        </p:spPr>
        <p:txBody>
          <a:bodyPr wrap="none" lIns="0" tIns="0" rIns="0" bIns="0" rtlCol="0">
            <a:spAutoFit/>
          </a:bodyPr>
          <a:lstStyle/>
          <a:p>
            <a:pPr fontAlgn="base">
              <a:spcBef>
                <a:spcPct val="50000"/>
              </a:spcBef>
              <a:spcAft>
                <a:spcPct val="0"/>
              </a:spcAft>
              <a:buClr>
                <a:srgbClr val="0070F2"/>
              </a:buClr>
              <a:buSzPct val="80000"/>
            </a:pPr>
            <a:r>
              <a:rPr lang="en-US" sz="1600" kern="0">
                <a:latin typeface="72 Brand Medium" panose="020B0504030603020204" pitchFamily="34" charset="0"/>
                <a:ea typeface="Arial Unicode MS" pitchFamily="34" charset="-128"/>
                <a:cs typeface="Arial Unicode MS" pitchFamily="34" charset="-128"/>
              </a:rPr>
              <a:t>Brand</a:t>
            </a:r>
          </a:p>
        </p:txBody>
      </p:sp>
      <p:sp>
        <p:nvSpPr>
          <p:cNvPr id="5" name="TextBox 4">
            <a:extLst>
              <a:ext uri="{FF2B5EF4-FFF2-40B4-BE49-F238E27FC236}">
                <a16:creationId xmlns:a16="http://schemas.microsoft.com/office/drawing/2014/main" id="{8366C5F3-F425-CE4C-8D95-04E9E9BDB6FD}"/>
              </a:ext>
            </a:extLst>
          </p:cNvPr>
          <p:cNvSpPr txBox="1"/>
          <p:nvPr userDrawn="1"/>
        </p:nvSpPr>
        <p:spPr>
          <a:xfrm>
            <a:off x="504001" y="2402037"/>
            <a:ext cx="2607498" cy="1231106"/>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Find information on our brand strategy, logo, colors, tone of voice, graphics, font, and photography</a:t>
            </a:r>
          </a:p>
        </p:txBody>
      </p:sp>
      <p:sp>
        <p:nvSpPr>
          <p:cNvPr id="7" name="TextBox 6">
            <a:extLst>
              <a:ext uri="{FF2B5EF4-FFF2-40B4-BE49-F238E27FC236}">
                <a16:creationId xmlns:a16="http://schemas.microsoft.com/office/drawing/2014/main" id="{1FCF45A1-A43E-037C-50A7-9B62EBFB00BA}"/>
              </a:ext>
            </a:extLst>
          </p:cNvPr>
          <p:cNvSpPr txBox="1"/>
          <p:nvPr userDrawn="1"/>
        </p:nvSpPr>
        <p:spPr>
          <a:xfrm>
            <a:off x="6245122" y="2380971"/>
            <a:ext cx="2607498" cy="1969770"/>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Learn how we name our offerings, review the naming process, and guidelines</a:t>
            </a:r>
          </a:p>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Request a name</a:t>
            </a:r>
          </a:p>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Search for approved names in real time</a:t>
            </a:r>
            <a:endParaRPr lang="en-US" sz="1600" kern="0">
              <a:latin typeface="72 Brand" panose="020B0504030603020204" pitchFamily="34" charset="0"/>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FE0F1F97-371F-BB20-9044-8D5885634D9A}"/>
              </a:ext>
            </a:extLst>
          </p:cNvPr>
          <p:cNvSpPr txBox="1"/>
          <p:nvPr userDrawn="1"/>
        </p:nvSpPr>
        <p:spPr>
          <a:xfrm>
            <a:off x="6914073" y="1881656"/>
            <a:ext cx="1407437" cy="246221"/>
          </a:xfrm>
          <a:prstGeom prst="rect">
            <a:avLst/>
          </a:prstGeom>
          <a:noFill/>
        </p:spPr>
        <p:txBody>
          <a:bodyPr wrap="none" lIns="0" tIns="0" rIns="0" bIns="0" rtlCol="0">
            <a:spAutoFit/>
          </a:bodyPr>
          <a:lstStyle/>
          <a:p>
            <a:pPr fontAlgn="base">
              <a:spcBef>
                <a:spcPct val="50000"/>
              </a:spcBef>
              <a:spcAft>
                <a:spcPct val="0"/>
              </a:spcAft>
              <a:buClr>
                <a:srgbClr val="0070F2"/>
              </a:buClr>
              <a:buSzPct val="80000"/>
            </a:pPr>
            <a:r>
              <a:rPr lang="en-US" sz="1600" kern="0">
                <a:latin typeface="72 Brand Medium" panose="020B0504030603020204" pitchFamily="34" charset="0"/>
                <a:ea typeface="Arial Unicode MS" pitchFamily="34" charset="-128"/>
                <a:cs typeface="Arial Unicode MS" pitchFamily="34" charset="-128"/>
              </a:rPr>
              <a:t>Naming Center</a:t>
            </a:r>
          </a:p>
        </p:txBody>
      </p:sp>
      <p:sp>
        <p:nvSpPr>
          <p:cNvPr id="11" name="TextBox 10">
            <a:extLst>
              <a:ext uri="{FF2B5EF4-FFF2-40B4-BE49-F238E27FC236}">
                <a16:creationId xmlns:a16="http://schemas.microsoft.com/office/drawing/2014/main" id="{FA279038-CDF3-3E09-8F1B-8E1CB8249534}"/>
              </a:ext>
            </a:extLst>
          </p:cNvPr>
          <p:cNvSpPr txBox="1"/>
          <p:nvPr userDrawn="1"/>
        </p:nvSpPr>
        <p:spPr>
          <a:xfrm>
            <a:off x="9770347" y="1881656"/>
            <a:ext cx="1572546" cy="246221"/>
          </a:xfrm>
          <a:prstGeom prst="rect">
            <a:avLst/>
          </a:prstGeom>
          <a:noFill/>
        </p:spPr>
        <p:txBody>
          <a:bodyPr wrap="none" lIns="0" tIns="0" rIns="0" bIns="0" rtlCol="0">
            <a:spAutoFit/>
          </a:bodyPr>
          <a:lstStyle/>
          <a:p>
            <a:pPr fontAlgn="base">
              <a:spcBef>
                <a:spcPct val="50000"/>
              </a:spcBef>
              <a:spcAft>
                <a:spcPct val="0"/>
              </a:spcAft>
              <a:buClr>
                <a:srgbClr val="0070F2"/>
              </a:buClr>
              <a:buSzPct val="80000"/>
            </a:pPr>
            <a:r>
              <a:rPr lang="en-US" sz="1600" kern="0">
                <a:latin typeface="72 Brand Medium" panose="020B0504030603020204" pitchFamily="34" charset="0"/>
                <a:ea typeface="Arial Unicode MS" pitchFamily="34" charset="-128"/>
                <a:cs typeface="Arial Unicode MS" pitchFamily="34" charset="-128"/>
              </a:rPr>
              <a:t>Writing Assistant</a:t>
            </a:r>
          </a:p>
        </p:txBody>
      </p:sp>
      <p:sp>
        <p:nvSpPr>
          <p:cNvPr id="14" name="TextBox 13">
            <a:extLst>
              <a:ext uri="{FF2B5EF4-FFF2-40B4-BE49-F238E27FC236}">
                <a16:creationId xmlns:a16="http://schemas.microsoft.com/office/drawing/2014/main" id="{106834DC-FA81-04FD-71E7-2A06BCC314CA}"/>
              </a:ext>
            </a:extLst>
          </p:cNvPr>
          <p:cNvSpPr txBox="1"/>
          <p:nvPr userDrawn="1"/>
        </p:nvSpPr>
        <p:spPr>
          <a:xfrm>
            <a:off x="9082852" y="2402037"/>
            <a:ext cx="2607498" cy="1231106"/>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Copy and paste text </a:t>
            </a:r>
            <a:br>
              <a:rPr lang="en-US" sz="1600">
                <a:latin typeface="72 Brand" panose="020B0504030603020204" pitchFamily="34" charset="0"/>
              </a:rPr>
            </a:br>
            <a:r>
              <a:rPr lang="en-US" sz="1600">
                <a:latin typeface="72 Brand" panose="020B0504030603020204" pitchFamily="34" charset="0"/>
              </a:rPr>
              <a:t>to get instant feedback on grammar, spelling, approved names, style, and tone</a:t>
            </a:r>
          </a:p>
        </p:txBody>
      </p:sp>
      <p:pic>
        <p:nvPicPr>
          <p:cNvPr id="19" name="Grafik 6">
            <a:extLst>
              <a:ext uri="{FF2B5EF4-FFF2-40B4-BE49-F238E27FC236}">
                <a16:creationId xmlns:a16="http://schemas.microsoft.com/office/drawing/2014/main" id="{52486A61-E0EB-5E0A-0E7F-A76057F037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874" y="1802913"/>
            <a:ext cx="406400" cy="406400"/>
          </a:xfrm>
          <a:prstGeom prst="rect">
            <a:avLst/>
          </a:prstGeom>
        </p:spPr>
      </p:pic>
      <p:pic>
        <p:nvPicPr>
          <p:cNvPr id="24" name="Grafik 12">
            <a:extLst>
              <a:ext uri="{FF2B5EF4-FFF2-40B4-BE49-F238E27FC236}">
                <a16:creationId xmlns:a16="http://schemas.microsoft.com/office/drawing/2014/main" id="{B44DB29B-4BB4-3CE3-8DF7-1725FDBE0BA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80327" y="1802913"/>
            <a:ext cx="406400" cy="406400"/>
          </a:xfrm>
          <a:prstGeom prst="rect">
            <a:avLst/>
          </a:prstGeom>
        </p:spPr>
      </p:pic>
      <p:pic>
        <p:nvPicPr>
          <p:cNvPr id="29" name="Grafik 16">
            <a:extLst>
              <a:ext uri="{FF2B5EF4-FFF2-40B4-BE49-F238E27FC236}">
                <a16:creationId xmlns:a16="http://schemas.microsoft.com/office/drawing/2014/main" id="{3212A1EA-544F-FF7B-C47D-411B0FE581B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223096" y="1802913"/>
            <a:ext cx="406400" cy="406400"/>
          </a:xfrm>
          <a:prstGeom prst="rect">
            <a:avLst/>
          </a:prstGeom>
        </p:spPr>
      </p:pic>
      <p:pic>
        <p:nvPicPr>
          <p:cNvPr id="39" name="Grafik 24">
            <a:extLst>
              <a:ext uri="{FF2B5EF4-FFF2-40B4-BE49-F238E27FC236}">
                <a16:creationId xmlns:a16="http://schemas.microsoft.com/office/drawing/2014/main" id="{03846BE7-EFF3-71C4-7BE3-FFB1423B275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372970" y="1802913"/>
            <a:ext cx="406400" cy="406400"/>
          </a:xfrm>
          <a:prstGeom prst="rect">
            <a:avLst/>
          </a:prstGeom>
        </p:spPr>
      </p:pic>
      <p:sp>
        <p:nvSpPr>
          <p:cNvPr id="40" name="TextBox 39">
            <a:extLst>
              <a:ext uri="{FF2B5EF4-FFF2-40B4-BE49-F238E27FC236}">
                <a16:creationId xmlns:a16="http://schemas.microsoft.com/office/drawing/2014/main" id="{F3E3413D-190F-15AA-863F-0D61520E01E4}"/>
              </a:ext>
            </a:extLst>
          </p:cNvPr>
          <p:cNvSpPr txBox="1"/>
          <p:nvPr userDrawn="1"/>
        </p:nvSpPr>
        <p:spPr>
          <a:xfrm>
            <a:off x="504001" y="5422515"/>
            <a:ext cx="11202163" cy="338554"/>
          </a:xfrm>
          <a:prstGeom prst="rect">
            <a:avLst/>
          </a:prstGeom>
          <a:solidFill>
            <a:srgbClr val="0070F2"/>
          </a:solidFill>
          <a:ln w="28575">
            <a:noFill/>
          </a:ln>
        </p:spPr>
        <p:txBody>
          <a:bodyPr wrap="square">
            <a:spAutoFit/>
          </a:bodyPr>
          <a:lstStyle/>
          <a:p>
            <a:pPr algn="ctr"/>
            <a:r>
              <a:rPr kumimoji="0" lang="en-US" sz="1600" b="0" i="0" u="none" strike="noStrike" kern="1200" cap="none" spc="0" normalizeH="0" baseline="0" noProof="0">
                <a:ln>
                  <a:noFill/>
                </a:ln>
                <a:solidFill>
                  <a:schemeClr val="bg1"/>
                </a:solidFill>
                <a:effectLst/>
                <a:uLnTx/>
                <a:uFillTx/>
                <a:latin typeface="72 Brand Medium" panose="020B0504030603020204" pitchFamily="34" charset="0"/>
                <a:ea typeface="+mj-ea"/>
                <a:cs typeface="+mj-cs"/>
              </a:rPr>
              <a:t>The SAP Brand site has all of the resources you need to bring our brand to life! </a:t>
            </a:r>
            <a:endParaRPr lang="en-DE" sz="1600">
              <a:solidFill>
                <a:schemeClr val="bg1"/>
              </a:solidFill>
              <a:latin typeface="+mj-lt"/>
            </a:endParaRPr>
          </a:p>
        </p:txBody>
      </p:sp>
      <p:sp>
        <p:nvSpPr>
          <p:cNvPr id="6" name="Rectangle 5">
            <a:extLst>
              <a:ext uri="{FF2B5EF4-FFF2-40B4-BE49-F238E27FC236}">
                <a16:creationId xmlns:a16="http://schemas.microsoft.com/office/drawing/2014/main" id="{3A73180C-291D-F405-90B9-18910307A62C}"/>
              </a:ext>
            </a:extLst>
          </p:cNvPr>
          <p:cNvSpPr/>
          <p:nvPr userDrawn="1"/>
        </p:nvSpPr>
        <p:spPr bwMode="gray">
          <a:xfrm>
            <a:off x="3362325" y="4611087"/>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6"/>
              </a:rPr>
              <a:t>Media Library</a:t>
            </a:r>
            <a:endParaRPr lang="en-US" sz="1400">
              <a:latin typeface="72 Brand" panose="020B0504030603020204" pitchFamily="34" charset="0"/>
            </a:endParaRPr>
          </a:p>
        </p:txBody>
      </p:sp>
      <p:sp>
        <p:nvSpPr>
          <p:cNvPr id="8" name="Rectangle 7">
            <a:extLst>
              <a:ext uri="{FF2B5EF4-FFF2-40B4-BE49-F238E27FC236}">
                <a16:creationId xmlns:a16="http://schemas.microsoft.com/office/drawing/2014/main" id="{AEAEA906-0573-FC48-FBB0-4BC3ACE96483}"/>
              </a:ext>
            </a:extLst>
          </p:cNvPr>
          <p:cNvSpPr/>
          <p:nvPr userDrawn="1"/>
        </p:nvSpPr>
        <p:spPr bwMode="gray">
          <a:xfrm>
            <a:off x="503238" y="4600214"/>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7"/>
              </a:rPr>
              <a:t>Brand</a:t>
            </a:r>
            <a:endParaRPr lang="en-US" sz="1400">
              <a:latin typeface="72 Brand" panose="020B0504030603020204" pitchFamily="34" charset="0"/>
            </a:endParaRPr>
          </a:p>
        </p:txBody>
      </p:sp>
      <p:sp>
        <p:nvSpPr>
          <p:cNvPr id="9" name="Rectangle 8">
            <a:extLst>
              <a:ext uri="{FF2B5EF4-FFF2-40B4-BE49-F238E27FC236}">
                <a16:creationId xmlns:a16="http://schemas.microsoft.com/office/drawing/2014/main" id="{64FD586B-C108-1309-C995-0AA9A96F0840}"/>
              </a:ext>
            </a:extLst>
          </p:cNvPr>
          <p:cNvSpPr/>
          <p:nvPr userDrawn="1"/>
        </p:nvSpPr>
        <p:spPr bwMode="gray">
          <a:xfrm>
            <a:off x="6223765" y="4591589"/>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8"/>
              </a:rPr>
              <a:t>Naming Center</a:t>
            </a:r>
            <a:endParaRPr lang="en-US" sz="1400">
              <a:latin typeface="72 Brand" panose="020B0504030603020204" pitchFamily="34" charset="0"/>
            </a:endParaRPr>
          </a:p>
        </p:txBody>
      </p:sp>
      <p:sp>
        <p:nvSpPr>
          <p:cNvPr id="12" name="Rectangle 11">
            <a:extLst>
              <a:ext uri="{FF2B5EF4-FFF2-40B4-BE49-F238E27FC236}">
                <a16:creationId xmlns:a16="http://schemas.microsoft.com/office/drawing/2014/main" id="{A32E1815-E9CD-805A-4AB9-E4EFC9E839C8}"/>
              </a:ext>
            </a:extLst>
          </p:cNvPr>
          <p:cNvSpPr/>
          <p:nvPr userDrawn="1"/>
        </p:nvSpPr>
        <p:spPr bwMode="gray">
          <a:xfrm>
            <a:off x="9079677" y="4586781"/>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9"/>
              </a:rPr>
              <a:t>Writing </a:t>
            </a:r>
            <a:r>
              <a:rPr lang="en-US" sz="1400" err="1">
                <a:latin typeface="72 Brand" panose="020B0504030603020204" pitchFamily="34" charset="0"/>
                <a:hlinkClick r:id="rId9"/>
              </a:rPr>
              <a:t>Assitant</a:t>
            </a:r>
            <a:endParaRPr lang="en-US" sz="1400">
              <a:latin typeface="72 Brand" panose="020B0504030603020204" pitchFamily="34" charset="0"/>
            </a:endParaRPr>
          </a:p>
        </p:txBody>
      </p:sp>
    </p:spTree>
    <p:extLst>
      <p:ext uri="{BB962C8B-B14F-4D97-AF65-F5344CB8AC3E}">
        <p14:creationId xmlns:p14="http://schemas.microsoft.com/office/powerpoint/2010/main" val="3676186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User guide COLOR PALETTE">
    <p:spTree>
      <p:nvGrpSpPr>
        <p:cNvPr id="1" name=""/>
        <p:cNvGrpSpPr/>
        <p:nvPr/>
      </p:nvGrpSpPr>
      <p:grpSpPr>
        <a:xfrm>
          <a:off x="0" y="0"/>
          <a:ext cx="0" cy="0"/>
          <a:chOff x="0" y="0"/>
          <a:chExt cx="0" cy="0"/>
        </a:xfrm>
      </p:grpSpPr>
      <p:sp>
        <p:nvSpPr>
          <p:cNvPr id="2" name="Freeform 63">
            <a:extLst>
              <a:ext uri="{FF2B5EF4-FFF2-40B4-BE49-F238E27FC236}">
                <a16:creationId xmlns:a16="http://schemas.microsoft.com/office/drawing/2014/main" id="{02E2A64A-8B37-7F95-C23A-C3D93C8DEC23}"/>
              </a:ext>
            </a:extLst>
          </p:cNvPr>
          <p:cNvSpPr/>
          <p:nvPr userDrawn="1"/>
        </p:nvSpPr>
        <p:spPr>
          <a:xfrm>
            <a:off x="50400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1EFFF"/>
          </a:solidFill>
          <a:ln w="0" cap="flat">
            <a:noFill/>
            <a:prstDash val="solid"/>
            <a:miter/>
          </a:ln>
        </p:spPr>
        <p:txBody>
          <a:bodyPr rtlCol="0" anchor="ctr"/>
          <a:lstStyle/>
          <a:p>
            <a:pPr algn="ctr" defTabSz="1088449"/>
            <a:r>
              <a:rPr lang="en-US" sz="1200">
                <a:solidFill>
                  <a:srgbClr val="000000"/>
                </a:solidFill>
                <a:latin typeface="72 Brand"/>
              </a:rPr>
              <a:t>Blue 2</a:t>
            </a:r>
            <a:br>
              <a:rPr lang="en-US" sz="1200">
                <a:solidFill>
                  <a:srgbClr val="000000"/>
                </a:solidFill>
                <a:latin typeface="72 Brand"/>
              </a:rPr>
            </a:br>
            <a:r>
              <a:rPr lang="en-US" sz="1200">
                <a:solidFill>
                  <a:srgbClr val="000000"/>
                </a:solidFill>
                <a:latin typeface="72 Brand"/>
              </a:rPr>
              <a:t>#D1EFFF</a:t>
            </a:r>
          </a:p>
        </p:txBody>
      </p:sp>
      <p:sp>
        <p:nvSpPr>
          <p:cNvPr id="4" name="Freeform 70">
            <a:extLst>
              <a:ext uri="{FF2B5EF4-FFF2-40B4-BE49-F238E27FC236}">
                <a16:creationId xmlns:a16="http://schemas.microsoft.com/office/drawing/2014/main" id="{1F2619C0-AA6B-F516-A35F-C9F0906EB840}"/>
              </a:ext>
            </a:extLst>
          </p:cNvPr>
          <p:cNvSpPr/>
          <p:nvPr userDrawn="1"/>
        </p:nvSpPr>
        <p:spPr>
          <a:xfrm>
            <a:off x="240516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bg2"/>
          </a:solidFill>
          <a:ln w="0" cap="flat">
            <a:noFill/>
            <a:prstDash val="solid"/>
            <a:miter/>
          </a:ln>
        </p:spPr>
        <p:txBody>
          <a:bodyPr rtlCol="0" anchor="ctr"/>
          <a:lstStyle/>
          <a:p>
            <a:pPr algn="ctr" defTabSz="1088449"/>
            <a:r>
              <a:rPr lang="en-US" sz="1200">
                <a:solidFill>
                  <a:srgbClr val="000000"/>
                </a:solidFill>
                <a:latin typeface="72 Brand"/>
              </a:rPr>
              <a:t>Blue 4</a:t>
            </a:r>
            <a:br>
              <a:rPr lang="en-US" sz="1200">
                <a:solidFill>
                  <a:srgbClr val="000000"/>
                </a:solidFill>
                <a:latin typeface="72 Brand"/>
              </a:rPr>
            </a:br>
            <a:r>
              <a:rPr lang="en-US" sz="1200">
                <a:solidFill>
                  <a:srgbClr val="000000"/>
                </a:solidFill>
                <a:latin typeface="72 Brand"/>
              </a:rPr>
              <a:t>#89D1FF</a:t>
            </a:r>
          </a:p>
        </p:txBody>
      </p:sp>
      <p:sp>
        <p:nvSpPr>
          <p:cNvPr id="5" name="Freeform 69">
            <a:extLst>
              <a:ext uri="{FF2B5EF4-FFF2-40B4-BE49-F238E27FC236}">
                <a16:creationId xmlns:a16="http://schemas.microsoft.com/office/drawing/2014/main" id="{C529F71A-E6DD-53C4-14B3-0F3BF62A05F0}"/>
              </a:ext>
            </a:extLst>
          </p:cNvPr>
          <p:cNvSpPr/>
          <p:nvPr userDrawn="1"/>
        </p:nvSpPr>
        <p:spPr>
          <a:xfrm>
            <a:off x="430632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tx2"/>
          </a:solidFill>
          <a:ln w="0" cap="flat">
            <a:noFill/>
            <a:prstDash val="solid"/>
            <a:miter/>
          </a:ln>
        </p:spPr>
        <p:txBody>
          <a:bodyPr rtlCol="0" anchor="ctr"/>
          <a:lstStyle/>
          <a:p>
            <a:pPr algn="ctr" defTabSz="1088449"/>
            <a:r>
              <a:rPr lang="en-US" sz="1200">
                <a:latin typeface="72 Brand"/>
              </a:rPr>
              <a:t>Blue 6</a:t>
            </a:r>
            <a:br>
              <a:rPr lang="en-US" sz="1200">
                <a:latin typeface="72 Brand"/>
              </a:rPr>
            </a:br>
            <a:r>
              <a:rPr lang="en-US" sz="1200">
                <a:latin typeface="72 Brand"/>
              </a:rPr>
              <a:t>#1B90FF</a:t>
            </a:r>
          </a:p>
        </p:txBody>
      </p:sp>
      <p:sp>
        <p:nvSpPr>
          <p:cNvPr id="6" name="Freeform 68">
            <a:extLst>
              <a:ext uri="{FF2B5EF4-FFF2-40B4-BE49-F238E27FC236}">
                <a16:creationId xmlns:a16="http://schemas.microsoft.com/office/drawing/2014/main" id="{9CBF79FE-F787-9301-81AD-A56220775062}"/>
              </a:ext>
            </a:extLst>
          </p:cNvPr>
          <p:cNvSpPr/>
          <p:nvPr userDrawn="1"/>
        </p:nvSpPr>
        <p:spPr>
          <a:xfrm>
            <a:off x="6227422"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70F2"/>
          </a:solidFill>
          <a:ln w="0" cap="flat">
            <a:noFill/>
            <a:prstDash val="solid"/>
            <a:miter/>
          </a:ln>
        </p:spPr>
        <p:txBody>
          <a:bodyPr rtlCol="0" anchor="ctr"/>
          <a:lstStyle/>
          <a:p>
            <a:pPr algn="ctr" defTabSz="1088449"/>
            <a:r>
              <a:rPr lang="en-US" sz="1200">
                <a:solidFill>
                  <a:srgbClr val="FFFFFF"/>
                </a:solidFill>
                <a:latin typeface="72 Brand"/>
              </a:rPr>
              <a:t>Blue 7</a:t>
            </a:r>
            <a:br>
              <a:rPr lang="en-US" sz="1200">
                <a:solidFill>
                  <a:srgbClr val="FFFFFF"/>
                </a:solidFill>
                <a:latin typeface="72 Brand"/>
              </a:rPr>
            </a:br>
            <a:r>
              <a:rPr lang="en-US" sz="1200">
                <a:solidFill>
                  <a:srgbClr val="FFFFFF"/>
                </a:solidFill>
                <a:latin typeface="72 Brand"/>
              </a:rPr>
              <a:t>#0070F2</a:t>
            </a:r>
          </a:p>
        </p:txBody>
      </p:sp>
      <p:sp>
        <p:nvSpPr>
          <p:cNvPr id="7" name="Freeform 67">
            <a:extLst>
              <a:ext uri="{FF2B5EF4-FFF2-40B4-BE49-F238E27FC236}">
                <a16:creationId xmlns:a16="http://schemas.microsoft.com/office/drawing/2014/main" id="{5BB0975A-0779-6CF9-4471-2FA97BA36738}"/>
              </a:ext>
            </a:extLst>
          </p:cNvPr>
          <p:cNvSpPr/>
          <p:nvPr userDrawn="1"/>
        </p:nvSpPr>
        <p:spPr>
          <a:xfrm>
            <a:off x="8129588"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2A86"/>
          </a:solidFill>
          <a:ln w="0" cap="flat">
            <a:noFill/>
            <a:prstDash val="solid"/>
            <a:miter/>
          </a:ln>
        </p:spPr>
        <p:txBody>
          <a:bodyPr rtlCol="0" anchor="ctr"/>
          <a:lstStyle/>
          <a:p>
            <a:pPr algn="ctr" defTabSz="1088449"/>
            <a:r>
              <a:rPr lang="en-US" sz="1200">
                <a:solidFill>
                  <a:srgbClr val="FFFFFF"/>
                </a:solidFill>
                <a:latin typeface="72 Brand"/>
              </a:rPr>
              <a:t>Blue 10</a:t>
            </a:r>
            <a:br>
              <a:rPr lang="en-US" sz="1200">
                <a:solidFill>
                  <a:srgbClr val="FFFFFF"/>
                </a:solidFill>
                <a:latin typeface="72 Brand"/>
              </a:rPr>
            </a:br>
            <a:r>
              <a:rPr lang="en-US" sz="1200">
                <a:solidFill>
                  <a:srgbClr val="FFFFFF"/>
                </a:solidFill>
                <a:latin typeface="72 Brand"/>
              </a:rPr>
              <a:t>#002A86</a:t>
            </a:r>
          </a:p>
        </p:txBody>
      </p:sp>
      <p:sp>
        <p:nvSpPr>
          <p:cNvPr id="8" name="Freeform 66">
            <a:extLst>
              <a:ext uri="{FF2B5EF4-FFF2-40B4-BE49-F238E27FC236}">
                <a16:creationId xmlns:a16="http://schemas.microsoft.com/office/drawing/2014/main" id="{4C6C152D-4698-69B9-D198-F3DD5C9473B5}"/>
              </a:ext>
            </a:extLst>
          </p:cNvPr>
          <p:cNvSpPr/>
          <p:nvPr userDrawn="1"/>
        </p:nvSpPr>
        <p:spPr>
          <a:xfrm>
            <a:off x="10050689"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144A"/>
          </a:solidFill>
          <a:ln w="0" cap="flat">
            <a:noFill/>
            <a:prstDash val="solid"/>
            <a:miter/>
          </a:ln>
        </p:spPr>
        <p:txBody>
          <a:bodyPr rtlCol="0" anchor="ctr"/>
          <a:lstStyle/>
          <a:p>
            <a:pPr algn="ctr" defTabSz="1088449"/>
            <a:r>
              <a:rPr lang="en-US" sz="1200">
                <a:solidFill>
                  <a:srgbClr val="FFFFFF"/>
                </a:solidFill>
                <a:latin typeface="72 Brand"/>
              </a:rPr>
              <a:t>Blue 11</a:t>
            </a:r>
            <a:br>
              <a:rPr lang="en-US" sz="1200">
                <a:solidFill>
                  <a:srgbClr val="FFFFFF"/>
                </a:solidFill>
                <a:latin typeface="72 Brand"/>
              </a:rPr>
            </a:br>
            <a:r>
              <a:rPr lang="en-US" sz="1200">
                <a:solidFill>
                  <a:srgbClr val="FFFFFF"/>
                </a:solidFill>
                <a:latin typeface="72 Brand"/>
              </a:rPr>
              <a:t>#00144A</a:t>
            </a:r>
          </a:p>
        </p:txBody>
      </p:sp>
      <p:sp>
        <p:nvSpPr>
          <p:cNvPr id="9" name="Freeform 1">
            <a:extLst>
              <a:ext uri="{FF2B5EF4-FFF2-40B4-BE49-F238E27FC236}">
                <a16:creationId xmlns:a16="http://schemas.microsoft.com/office/drawing/2014/main" id="{B6FD5DF5-B272-7F32-7D3F-4B4DE8830832}"/>
              </a:ext>
            </a:extLst>
          </p:cNvPr>
          <p:cNvSpPr/>
          <p:nvPr userDrawn="1"/>
        </p:nvSpPr>
        <p:spPr>
          <a:xfrm>
            <a:off x="50400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AECEE"/>
          </a:solidFill>
          <a:ln w="0" cap="flat">
            <a:noFill/>
            <a:prstDash val="solid"/>
            <a:miter/>
          </a:ln>
        </p:spPr>
        <p:txBody>
          <a:bodyPr rtlCol="0" anchor="ctr"/>
          <a:lstStyle/>
          <a:p>
            <a:pPr algn="ctr" defTabSz="1088449"/>
            <a:r>
              <a:rPr lang="en-US" sz="1200">
                <a:solidFill>
                  <a:srgbClr val="000000"/>
                </a:solidFill>
                <a:latin typeface="72 Brand"/>
              </a:rPr>
              <a:t>Grey 2</a:t>
            </a:r>
            <a:br>
              <a:rPr lang="en-US" sz="1200">
                <a:solidFill>
                  <a:srgbClr val="000000"/>
                </a:solidFill>
                <a:latin typeface="72 Brand"/>
              </a:rPr>
            </a:br>
            <a:r>
              <a:rPr lang="en-US" sz="1200">
                <a:solidFill>
                  <a:srgbClr val="000000"/>
                </a:solidFill>
                <a:latin typeface="72 Brand"/>
              </a:rPr>
              <a:t>#EAECEE</a:t>
            </a:r>
          </a:p>
        </p:txBody>
      </p:sp>
      <p:sp>
        <p:nvSpPr>
          <p:cNvPr id="10" name="Freeform 62">
            <a:extLst>
              <a:ext uri="{FF2B5EF4-FFF2-40B4-BE49-F238E27FC236}">
                <a16:creationId xmlns:a16="http://schemas.microsoft.com/office/drawing/2014/main" id="{2A5C5A51-CFBC-CA03-038B-F25ECA420C8D}"/>
              </a:ext>
            </a:extLst>
          </p:cNvPr>
          <p:cNvSpPr/>
          <p:nvPr userDrawn="1"/>
        </p:nvSpPr>
        <p:spPr>
          <a:xfrm>
            <a:off x="240516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A9B4BE"/>
          </a:solidFill>
          <a:ln w="0" cap="flat">
            <a:noFill/>
            <a:prstDash val="solid"/>
            <a:miter/>
          </a:ln>
        </p:spPr>
        <p:txBody>
          <a:bodyPr rtlCol="0" anchor="ctr"/>
          <a:lstStyle/>
          <a:p>
            <a:pPr algn="ctr" defTabSz="1088449"/>
            <a:r>
              <a:rPr lang="en-US" sz="1200">
                <a:solidFill>
                  <a:srgbClr val="000000"/>
                </a:solidFill>
                <a:latin typeface="72 Brand"/>
              </a:rPr>
              <a:t>Grey 4</a:t>
            </a:r>
            <a:br>
              <a:rPr lang="en-US" sz="1200">
                <a:solidFill>
                  <a:srgbClr val="000000"/>
                </a:solidFill>
                <a:latin typeface="72 Brand"/>
              </a:rPr>
            </a:br>
            <a:r>
              <a:rPr lang="en-US" sz="1200">
                <a:solidFill>
                  <a:srgbClr val="000000"/>
                </a:solidFill>
                <a:latin typeface="72 Brand"/>
              </a:rPr>
              <a:t>#A9B4BE</a:t>
            </a:r>
          </a:p>
        </p:txBody>
      </p:sp>
      <p:sp>
        <p:nvSpPr>
          <p:cNvPr id="11" name="Freeform 61">
            <a:extLst>
              <a:ext uri="{FF2B5EF4-FFF2-40B4-BE49-F238E27FC236}">
                <a16:creationId xmlns:a16="http://schemas.microsoft.com/office/drawing/2014/main" id="{FD45E536-EBC7-3EE1-021A-E61DE17D01EB}"/>
              </a:ext>
            </a:extLst>
          </p:cNvPr>
          <p:cNvSpPr/>
          <p:nvPr userDrawn="1"/>
        </p:nvSpPr>
        <p:spPr>
          <a:xfrm>
            <a:off x="430632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B738B"/>
          </a:solidFill>
          <a:ln w="0" cap="flat">
            <a:noFill/>
            <a:prstDash val="solid"/>
            <a:miter/>
          </a:ln>
        </p:spPr>
        <p:txBody>
          <a:bodyPr rtlCol="0" anchor="ctr"/>
          <a:lstStyle/>
          <a:p>
            <a:pPr algn="ctr" defTabSz="1088449"/>
            <a:r>
              <a:rPr lang="en-US" sz="1200">
                <a:solidFill>
                  <a:srgbClr val="FFFFFF"/>
                </a:solidFill>
                <a:latin typeface="72 Brand"/>
              </a:rPr>
              <a:t>Grey 6</a:t>
            </a:r>
            <a:br>
              <a:rPr lang="en-US" sz="1200">
                <a:solidFill>
                  <a:srgbClr val="FFFFFF"/>
                </a:solidFill>
                <a:latin typeface="72 Brand"/>
              </a:rPr>
            </a:br>
            <a:r>
              <a:rPr lang="en-US" sz="1200">
                <a:solidFill>
                  <a:srgbClr val="FFFFFF"/>
                </a:solidFill>
                <a:latin typeface="72 Brand"/>
              </a:rPr>
              <a:t>#5B738B</a:t>
            </a:r>
          </a:p>
        </p:txBody>
      </p:sp>
      <p:sp>
        <p:nvSpPr>
          <p:cNvPr id="12" name="Freeform 5">
            <a:extLst>
              <a:ext uri="{FF2B5EF4-FFF2-40B4-BE49-F238E27FC236}">
                <a16:creationId xmlns:a16="http://schemas.microsoft.com/office/drawing/2014/main" id="{791E1C1C-66AE-2057-3C91-8B50C4A75DCF}"/>
              </a:ext>
            </a:extLst>
          </p:cNvPr>
          <p:cNvSpPr/>
          <p:nvPr userDrawn="1"/>
        </p:nvSpPr>
        <p:spPr>
          <a:xfrm>
            <a:off x="6227422"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75E75"/>
          </a:solidFill>
          <a:ln w="0" cap="flat">
            <a:noFill/>
            <a:prstDash val="solid"/>
            <a:miter/>
          </a:ln>
        </p:spPr>
        <p:txBody>
          <a:bodyPr rtlCol="0" anchor="ctr"/>
          <a:lstStyle/>
          <a:p>
            <a:pPr algn="ctr" defTabSz="1088449"/>
            <a:r>
              <a:rPr lang="en-US" sz="1200">
                <a:solidFill>
                  <a:srgbClr val="FFFFFF"/>
                </a:solidFill>
                <a:latin typeface="72 Brand"/>
              </a:rPr>
              <a:t>Grey 7</a:t>
            </a:r>
            <a:br>
              <a:rPr lang="en-US" sz="1200">
                <a:solidFill>
                  <a:srgbClr val="FFFFFF"/>
                </a:solidFill>
                <a:latin typeface="72 Brand"/>
              </a:rPr>
            </a:br>
            <a:r>
              <a:rPr lang="en-US" sz="1200">
                <a:solidFill>
                  <a:srgbClr val="FFFFFF"/>
                </a:solidFill>
                <a:latin typeface="72 Brand"/>
              </a:rPr>
              <a:t>#475E75</a:t>
            </a:r>
          </a:p>
        </p:txBody>
      </p:sp>
      <p:sp>
        <p:nvSpPr>
          <p:cNvPr id="13" name="Freeform 4">
            <a:extLst>
              <a:ext uri="{FF2B5EF4-FFF2-40B4-BE49-F238E27FC236}">
                <a16:creationId xmlns:a16="http://schemas.microsoft.com/office/drawing/2014/main" id="{E588F81B-1126-0FBD-D1B7-6E42C034BA69}"/>
              </a:ext>
            </a:extLst>
          </p:cNvPr>
          <p:cNvSpPr/>
          <p:nvPr userDrawn="1"/>
        </p:nvSpPr>
        <p:spPr>
          <a:xfrm>
            <a:off x="8129588"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A2733"/>
          </a:solidFill>
          <a:ln w="0" cap="flat">
            <a:noFill/>
            <a:prstDash val="solid"/>
            <a:miter/>
          </a:ln>
        </p:spPr>
        <p:txBody>
          <a:bodyPr rtlCol="0" anchor="ctr"/>
          <a:lstStyle/>
          <a:p>
            <a:pPr algn="ctr" defTabSz="1088449"/>
            <a:r>
              <a:rPr lang="en-US" sz="1200">
                <a:solidFill>
                  <a:srgbClr val="FFFFFF"/>
                </a:solidFill>
                <a:latin typeface="72 Brand"/>
              </a:rPr>
              <a:t>Grey 10</a:t>
            </a:r>
            <a:br>
              <a:rPr lang="en-US" sz="1200">
                <a:solidFill>
                  <a:srgbClr val="FFFFFF"/>
                </a:solidFill>
                <a:latin typeface="72 Brand"/>
              </a:rPr>
            </a:br>
            <a:r>
              <a:rPr lang="en-US" sz="1200">
                <a:solidFill>
                  <a:srgbClr val="FFFFFF"/>
                </a:solidFill>
                <a:latin typeface="72 Brand"/>
              </a:rPr>
              <a:t>#1A2733</a:t>
            </a:r>
          </a:p>
        </p:txBody>
      </p:sp>
      <p:sp>
        <p:nvSpPr>
          <p:cNvPr id="14" name="Freeform 3">
            <a:extLst>
              <a:ext uri="{FF2B5EF4-FFF2-40B4-BE49-F238E27FC236}">
                <a16:creationId xmlns:a16="http://schemas.microsoft.com/office/drawing/2014/main" id="{B135EB5F-EDA8-1AEE-E89C-944D272C6FDF}"/>
              </a:ext>
            </a:extLst>
          </p:cNvPr>
          <p:cNvSpPr/>
          <p:nvPr userDrawn="1"/>
        </p:nvSpPr>
        <p:spPr>
          <a:xfrm>
            <a:off x="10050689"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2171C"/>
          </a:solidFill>
          <a:ln w="0" cap="flat">
            <a:noFill/>
            <a:prstDash val="solid"/>
            <a:miter/>
          </a:ln>
        </p:spPr>
        <p:txBody>
          <a:bodyPr rtlCol="0" anchor="ctr"/>
          <a:lstStyle/>
          <a:p>
            <a:pPr algn="ctr" defTabSz="1088449"/>
            <a:r>
              <a:rPr lang="en-US" sz="1200">
                <a:solidFill>
                  <a:srgbClr val="FFFFFF"/>
                </a:solidFill>
                <a:latin typeface="72 Brand"/>
              </a:rPr>
              <a:t>Grey 11</a:t>
            </a:r>
            <a:br>
              <a:rPr lang="en-US" sz="1200">
                <a:solidFill>
                  <a:srgbClr val="FFFFFF"/>
                </a:solidFill>
                <a:latin typeface="72 Brand"/>
              </a:rPr>
            </a:br>
            <a:r>
              <a:rPr lang="en-US" sz="1200">
                <a:solidFill>
                  <a:srgbClr val="FFFFFF"/>
                </a:solidFill>
                <a:latin typeface="72 Brand"/>
              </a:rPr>
              <a:t>#12171C</a:t>
            </a:r>
          </a:p>
        </p:txBody>
      </p:sp>
      <p:sp>
        <p:nvSpPr>
          <p:cNvPr id="15" name="Freeform 71">
            <a:extLst>
              <a:ext uri="{FF2B5EF4-FFF2-40B4-BE49-F238E27FC236}">
                <a16:creationId xmlns:a16="http://schemas.microsoft.com/office/drawing/2014/main" id="{8CA86CA8-FB25-362E-AAA0-57D65C85EE8A}"/>
              </a:ext>
            </a:extLst>
          </p:cNvPr>
          <p:cNvSpPr/>
          <p:nvPr userDrawn="1"/>
        </p:nvSpPr>
        <p:spPr>
          <a:xfrm>
            <a:off x="50400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2FCEE"/>
          </a:solidFill>
          <a:ln w="0" cap="flat">
            <a:noFill/>
            <a:prstDash val="solid"/>
            <a:miter/>
          </a:ln>
        </p:spPr>
        <p:txBody>
          <a:bodyPr rtlCol="0" anchor="ctr"/>
          <a:lstStyle/>
          <a:p>
            <a:pPr algn="ctr" defTabSz="1088449"/>
            <a:r>
              <a:rPr lang="en-US" sz="1200">
                <a:solidFill>
                  <a:srgbClr val="000000"/>
                </a:solidFill>
                <a:latin typeface="72 Brand"/>
              </a:rPr>
              <a:t>Teal 2</a:t>
            </a:r>
            <a:br>
              <a:rPr lang="en-US" sz="1200">
                <a:solidFill>
                  <a:srgbClr val="000000"/>
                </a:solidFill>
                <a:latin typeface="72 Brand"/>
              </a:rPr>
            </a:br>
            <a:r>
              <a:rPr lang="en-US" sz="1200">
                <a:solidFill>
                  <a:srgbClr val="000000"/>
                </a:solidFill>
                <a:latin typeface="72 Brand"/>
              </a:rPr>
              <a:t>#C2FCEE</a:t>
            </a:r>
          </a:p>
        </p:txBody>
      </p:sp>
      <p:sp>
        <p:nvSpPr>
          <p:cNvPr id="16" name="Freeform 76">
            <a:extLst>
              <a:ext uri="{FF2B5EF4-FFF2-40B4-BE49-F238E27FC236}">
                <a16:creationId xmlns:a16="http://schemas.microsoft.com/office/drawing/2014/main" id="{3DF36DDD-3194-0FFA-03CE-7942BFAC4F73}"/>
              </a:ext>
            </a:extLst>
          </p:cNvPr>
          <p:cNvSpPr/>
          <p:nvPr userDrawn="1"/>
        </p:nvSpPr>
        <p:spPr>
          <a:xfrm>
            <a:off x="240516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CE0BF"/>
          </a:solidFill>
          <a:ln w="0" cap="flat">
            <a:noFill/>
            <a:prstDash val="solid"/>
            <a:miter/>
          </a:ln>
        </p:spPr>
        <p:txBody>
          <a:bodyPr rtlCol="0" anchor="ctr"/>
          <a:lstStyle/>
          <a:p>
            <a:pPr algn="ctr" defTabSz="1088449"/>
            <a:r>
              <a:rPr lang="en-US" sz="1200">
                <a:solidFill>
                  <a:srgbClr val="000000"/>
                </a:solidFill>
                <a:latin typeface="72 Brand"/>
              </a:rPr>
              <a:t>Teal 4</a:t>
            </a:r>
            <a:br>
              <a:rPr lang="en-US" sz="1200">
                <a:solidFill>
                  <a:srgbClr val="000000"/>
                </a:solidFill>
                <a:latin typeface="72 Brand"/>
              </a:rPr>
            </a:br>
            <a:r>
              <a:rPr lang="en-US" sz="1200">
                <a:solidFill>
                  <a:srgbClr val="000000"/>
                </a:solidFill>
                <a:latin typeface="72 Brand"/>
              </a:rPr>
              <a:t>#2CE0BF</a:t>
            </a:r>
          </a:p>
        </p:txBody>
      </p:sp>
      <p:sp>
        <p:nvSpPr>
          <p:cNvPr id="17" name="Freeform 75">
            <a:extLst>
              <a:ext uri="{FF2B5EF4-FFF2-40B4-BE49-F238E27FC236}">
                <a16:creationId xmlns:a16="http://schemas.microsoft.com/office/drawing/2014/main" id="{DB3A75C6-40E1-8418-08FF-2615CB58D2FB}"/>
              </a:ext>
            </a:extLst>
          </p:cNvPr>
          <p:cNvSpPr/>
          <p:nvPr userDrawn="1"/>
        </p:nvSpPr>
        <p:spPr>
          <a:xfrm>
            <a:off x="430632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2"/>
          </a:solidFill>
          <a:ln w="0" cap="flat">
            <a:noFill/>
            <a:prstDash val="solid"/>
            <a:miter/>
          </a:ln>
        </p:spPr>
        <p:txBody>
          <a:bodyPr rtlCol="0" anchor="ctr"/>
          <a:lstStyle/>
          <a:p>
            <a:pPr algn="ctr" defTabSz="1088449"/>
            <a:r>
              <a:rPr lang="en-US" sz="1200">
                <a:latin typeface="72 Brand"/>
              </a:rPr>
              <a:t>Teal 6</a:t>
            </a:r>
            <a:br>
              <a:rPr lang="en-US" sz="1200">
                <a:latin typeface="72 Brand"/>
              </a:rPr>
            </a:br>
            <a:r>
              <a:rPr lang="en-US" sz="1200">
                <a:latin typeface="72 Brand"/>
              </a:rPr>
              <a:t>#049F9A</a:t>
            </a:r>
          </a:p>
        </p:txBody>
      </p:sp>
      <p:sp>
        <p:nvSpPr>
          <p:cNvPr id="18" name="Freeform 74">
            <a:extLst>
              <a:ext uri="{FF2B5EF4-FFF2-40B4-BE49-F238E27FC236}">
                <a16:creationId xmlns:a16="http://schemas.microsoft.com/office/drawing/2014/main" id="{533C3A8A-C333-3134-26BC-8FDFA21FBFA9}"/>
              </a:ext>
            </a:extLst>
          </p:cNvPr>
          <p:cNvSpPr/>
          <p:nvPr userDrawn="1"/>
        </p:nvSpPr>
        <p:spPr>
          <a:xfrm>
            <a:off x="6227422"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7838F"/>
          </a:solidFill>
          <a:ln w="0" cap="flat">
            <a:noFill/>
            <a:prstDash val="solid"/>
            <a:miter/>
          </a:ln>
        </p:spPr>
        <p:txBody>
          <a:bodyPr rtlCol="0" anchor="ctr"/>
          <a:lstStyle/>
          <a:p>
            <a:pPr algn="ctr" defTabSz="1088449"/>
            <a:r>
              <a:rPr lang="en-US" sz="1200">
                <a:solidFill>
                  <a:srgbClr val="FFFFFF"/>
                </a:solidFill>
                <a:latin typeface="72 Brand"/>
              </a:rPr>
              <a:t>Teal 7</a:t>
            </a:r>
            <a:br>
              <a:rPr lang="en-US" sz="1200">
                <a:solidFill>
                  <a:srgbClr val="FFFFFF"/>
                </a:solidFill>
                <a:latin typeface="72 Brand"/>
              </a:rPr>
            </a:br>
            <a:r>
              <a:rPr lang="en-US" sz="1200">
                <a:solidFill>
                  <a:srgbClr val="FFFFFF"/>
                </a:solidFill>
                <a:latin typeface="72 Brand"/>
              </a:rPr>
              <a:t>#07838F</a:t>
            </a:r>
          </a:p>
        </p:txBody>
      </p:sp>
      <p:sp>
        <p:nvSpPr>
          <p:cNvPr id="19" name="Freeform 73">
            <a:extLst>
              <a:ext uri="{FF2B5EF4-FFF2-40B4-BE49-F238E27FC236}">
                <a16:creationId xmlns:a16="http://schemas.microsoft.com/office/drawing/2014/main" id="{B60C9F30-077E-14E2-CB14-97988F26E630}"/>
              </a:ext>
            </a:extLst>
          </p:cNvPr>
          <p:cNvSpPr/>
          <p:nvPr userDrawn="1"/>
        </p:nvSpPr>
        <p:spPr>
          <a:xfrm>
            <a:off x="8129588"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2414C"/>
          </a:solidFill>
          <a:ln w="0" cap="flat">
            <a:noFill/>
            <a:prstDash val="solid"/>
            <a:miter/>
          </a:ln>
        </p:spPr>
        <p:txBody>
          <a:bodyPr rtlCol="0" anchor="ctr"/>
          <a:lstStyle/>
          <a:p>
            <a:pPr algn="ctr" defTabSz="1088449"/>
            <a:r>
              <a:rPr lang="en-US" sz="1200">
                <a:solidFill>
                  <a:srgbClr val="FFFFFF"/>
                </a:solidFill>
                <a:latin typeface="72 Brand"/>
              </a:rPr>
              <a:t>Teal 10</a:t>
            </a:r>
            <a:br>
              <a:rPr lang="en-US" sz="1200">
                <a:solidFill>
                  <a:srgbClr val="FFFFFF"/>
                </a:solidFill>
                <a:latin typeface="72 Brand"/>
              </a:rPr>
            </a:br>
            <a:r>
              <a:rPr lang="en-US" sz="1200">
                <a:solidFill>
                  <a:srgbClr val="FFFFFF"/>
                </a:solidFill>
                <a:latin typeface="72 Brand"/>
              </a:rPr>
              <a:t>#02414C</a:t>
            </a:r>
          </a:p>
        </p:txBody>
      </p:sp>
      <p:sp>
        <p:nvSpPr>
          <p:cNvPr id="20" name="Freeform 72">
            <a:extLst>
              <a:ext uri="{FF2B5EF4-FFF2-40B4-BE49-F238E27FC236}">
                <a16:creationId xmlns:a16="http://schemas.microsoft.com/office/drawing/2014/main" id="{85E1218C-9B56-A04B-B32B-BF5584E7EB24}"/>
              </a:ext>
            </a:extLst>
          </p:cNvPr>
          <p:cNvSpPr/>
          <p:nvPr userDrawn="1"/>
        </p:nvSpPr>
        <p:spPr>
          <a:xfrm>
            <a:off x="10050689"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12931"/>
          </a:solidFill>
          <a:ln w="0" cap="flat">
            <a:noFill/>
            <a:prstDash val="solid"/>
            <a:miter/>
          </a:ln>
        </p:spPr>
        <p:txBody>
          <a:bodyPr rtlCol="0" anchor="ctr"/>
          <a:lstStyle/>
          <a:p>
            <a:pPr algn="ctr" defTabSz="1088449"/>
            <a:r>
              <a:rPr lang="en-US" sz="1200">
                <a:solidFill>
                  <a:srgbClr val="FFFFFF"/>
                </a:solidFill>
                <a:latin typeface="72 Brand"/>
              </a:rPr>
              <a:t>Teal 11</a:t>
            </a:r>
            <a:br>
              <a:rPr lang="en-US" sz="1200">
                <a:solidFill>
                  <a:srgbClr val="FFFFFF"/>
                </a:solidFill>
                <a:latin typeface="72 Brand"/>
              </a:rPr>
            </a:br>
            <a:r>
              <a:rPr lang="en-US" sz="1200">
                <a:solidFill>
                  <a:srgbClr val="FFFFFF"/>
                </a:solidFill>
                <a:latin typeface="72 Brand"/>
              </a:rPr>
              <a:t>#012931</a:t>
            </a:r>
          </a:p>
        </p:txBody>
      </p:sp>
      <p:sp>
        <p:nvSpPr>
          <p:cNvPr id="21" name="Freeform 77">
            <a:extLst>
              <a:ext uri="{FF2B5EF4-FFF2-40B4-BE49-F238E27FC236}">
                <a16:creationId xmlns:a16="http://schemas.microsoft.com/office/drawing/2014/main" id="{B96DC701-A49C-D4B6-0FAE-8C4D1FE14217}"/>
              </a:ext>
            </a:extLst>
          </p:cNvPr>
          <p:cNvSpPr/>
          <p:nvPr userDrawn="1"/>
        </p:nvSpPr>
        <p:spPr>
          <a:xfrm>
            <a:off x="50400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BF5CB"/>
          </a:solidFill>
          <a:ln w="0" cap="flat">
            <a:noFill/>
            <a:prstDash val="solid"/>
            <a:miter/>
          </a:ln>
        </p:spPr>
        <p:txBody>
          <a:bodyPr rtlCol="0" anchor="ctr"/>
          <a:lstStyle/>
          <a:p>
            <a:pPr algn="ctr" defTabSz="1088449"/>
            <a:r>
              <a:rPr lang="en-US" sz="1200">
                <a:solidFill>
                  <a:srgbClr val="000000"/>
                </a:solidFill>
                <a:latin typeface="72 Brand"/>
              </a:rPr>
              <a:t>Green 2</a:t>
            </a:r>
            <a:br>
              <a:rPr lang="en-US" sz="1200">
                <a:solidFill>
                  <a:srgbClr val="000000"/>
                </a:solidFill>
                <a:latin typeface="72 Brand"/>
              </a:rPr>
            </a:br>
            <a:r>
              <a:rPr lang="en-US" sz="1200">
                <a:solidFill>
                  <a:srgbClr val="000000"/>
                </a:solidFill>
                <a:latin typeface="72 Brand"/>
              </a:rPr>
              <a:t>#EBF5CB</a:t>
            </a:r>
          </a:p>
        </p:txBody>
      </p:sp>
      <p:sp>
        <p:nvSpPr>
          <p:cNvPr id="22" name="Freeform 82">
            <a:extLst>
              <a:ext uri="{FF2B5EF4-FFF2-40B4-BE49-F238E27FC236}">
                <a16:creationId xmlns:a16="http://schemas.microsoft.com/office/drawing/2014/main" id="{D3F535AB-FBBB-CC41-AFDB-6251499A2CC3}"/>
              </a:ext>
            </a:extLst>
          </p:cNvPr>
          <p:cNvSpPr/>
          <p:nvPr userDrawn="1"/>
        </p:nvSpPr>
        <p:spPr>
          <a:xfrm>
            <a:off x="240516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97DD40"/>
          </a:solidFill>
          <a:ln w="0" cap="flat">
            <a:noFill/>
            <a:prstDash val="solid"/>
            <a:miter/>
          </a:ln>
        </p:spPr>
        <p:txBody>
          <a:bodyPr rtlCol="0" anchor="ctr"/>
          <a:lstStyle/>
          <a:p>
            <a:pPr algn="ctr" defTabSz="1088449"/>
            <a:r>
              <a:rPr lang="en-US" sz="1200">
                <a:solidFill>
                  <a:srgbClr val="000000"/>
                </a:solidFill>
                <a:latin typeface="72 Brand"/>
              </a:rPr>
              <a:t>Green 4</a:t>
            </a:r>
            <a:br>
              <a:rPr lang="en-US" sz="1200">
                <a:solidFill>
                  <a:srgbClr val="000000"/>
                </a:solidFill>
                <a:latin typeface="72 Brand"/>
              </a:rPr>
            </a:br>
            <a:r>
              <a:rPr lang="en-US" sz="1200">
                <a:solidFill>
                  <a:srgbClr val="000000"/>
                </a:solidFill>
                <a:latin typeface="72 Brand"/>
              </a:rPr>
              <a:t>#97DD40</a:t>
            </a:r>
          </a:p>
        </p:txBody>
      </p:sp>
      <p:sp>
        <p:nvSpPr>
          <p:cNvPr id="23" name="Freeform 81">
            <a:extLst>
              <a:ext uri="{FF2B5EF4-FFF2-40B4-BE49-F238E27FC236}">
                <a16:creationId xmlns:a16="http://schemas.microsoft.com/office/drawing/2014/main" id="{FF2D987A-1AEE-FB6C-9091-4D01FA950169}"/>
              </a:ext>
            </a:extLst>
          </p:cNvPr>
          <p:cNvSpPr/>
          <p:nvPr userDrawn="1"/>
        </p:nvSpPr>
        <p:spPr>
          <a:xfrm>
            <a:off x="430632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3"/>
          </a:solidFill>
          <a:ln w="0" cap="flat">
            <a:noFill/>
            <a:prstDash val="solid"/>
            <a:miter/>
          </a:ln>
        </p:spPr>
        <p:txBody>
          <a:bodyPr rtlCol="0" anchor="ctr"/>
          <a:lstStyle/>
          <a:p>
            <a:pPr algn="ctr" defTabSz="1088449"/>
            <a:r>
              <a:rPr lang="en-US" sz="1200">
                <a:latin typeface="72 Brand"/>
              </a:rPr>
              <a:t>Green 6</a:t>
            </a:r>
            <a:br>
              <a:rPr lang="en-US" sz="1200">
                <a:latin typeface="72 Brand"/>
              </a:rPr>
            </a:br>
            <a:r>
              <a:rPr lang="en-US" sz="1200">
                <a:latin typeface="72 Brand"/>
              </a:rPr>
              <a:t>#36A41D</a:t>
            </a:r>
          </a:p>
        </p:txBody>
      </p:sp>
      <p:sp>
        <p:nvSpPr>
          <p:cNvPr id="24" name="Freeform 80">
            <a:extLst>
              <a:ext uri="{FF2B5EF4-FFF2-40B4-BE49-F238E27FC236}">
                <a16:creationId xmlns:a16="http://schemas.microsoft.com/office/drawing/2014/main" id="{AA53ACC2-4E92-5B3D-5509-AE0FC7AE540D}"/>
              </a:ext>
            </a:extLst>
          </p:cNvPr>
          <p:cNvSpPr/>
          <p:nvPr userDrawn="1"/>
        </p:nvSpPr>
        <p:spPr>
          <a:xfrm>
            <a:off x="6227422"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88918"/>
          </a:solidFill>
          <a:ln w="0" cap="flat">
            <a:noFill/>
            <a:prstDash val="solid"/>
            <a:miter/>
          </a:ln>
        </p:spPr>
        <p:txBody>
          <a:bodyPr rtlCol="0" anchor="ctr"/>
          <a:lstStyle/>
          <a:p>
            <a:pPr algn="ctr" defTabSz="1088449"/>
            <a:r>
              <a:rPr lang="en-US" sz="1200">
                <a:solidFill>
                  <a:srgbClr val="FFFFFF"/>
                </a:solidFill>
                <a:latin typeface="72 Brand"/>
              </a:rPr>
              <a:t>Green 7</a:t>
            </a:r>
            <a:br>
              <a:rPr lang="en-US" sz="1200">
                <a:solidFill>
                  <a:srgbClr val="FFFFFF"/>
                </a:solidFill>
                <a:latin typeface="72 Brand"/>
              </a:rPr>
            </a:br>
            <a:r>
              <a:rPr lang="en-US" sz="1200">
                <a:solidFill>
                  <a:srgbClr val="FFFFFF"/>
                </a:solidFill>
                <a:latin typeface="72 Brand"/>
              </a:rPr>
              <a:t>#188918</a:t>
            </a:r>
          </a:p>
        </p:txBody>
      </p:sp>
      <p:sp>
        <p:nvSpPr>
          <p:cNvPr id="25" name="Freeform 79">
            <a:extLst>
              <a:ext uri="{FF2B5EF4-FFF2-40B4-BE49-F238E27FC236}">
                <a16:creationId xmlns:a16="http://schemas.microsoft.com/office/drawing/2014/main" id="{D105CE5F-854F-E5AA-CD56-9B210266B1D7}"/>
              </a:ext>
            </a:extLst>
          </p:cNvPr>
          <p:cNvSpPr/>
          <p:nvPr userDrawn="1"/>
        </p:nvSpPr>
        <p:spPr>
          <a:xfrm>
            <a:off x="8129588"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64323"/>
          </a:solidFill>
          <a:ln w="0" cap="flat">
            <a:noFill/>
            <a:prstDash val="solid"/>
            <a:miter/>
          </a:ln>
        </p:spPr>
        <p:txBody>
          <a:bodyPr rtlCol="0" anchor="ctr"/>
          <a:lstStyle/>
          <a:p>
            <a:pPr algn="ctr" defTabSz="1088449"/>
            <a:r>
              <a:rPr lang="en-US" sz="1200">
                <a:solidFill>
                  <a:srgbClr val="FFFFFF"/>
                </a:solidFill>
                <a:latin typeface="72 Brand"/>
              </a:rPr>
              <a:t>Green 10</a:t>
            </a:r>
            <a:br>
              <a:rPr lang="en-US" sz="1200">
                <a:solidFill>
                  <a:srgbClr val="FFFFFF"/>
                </a:solidFill>
                <a:latin typeface="72 Brand"/>
              </a:rPr>
            </a:br>
            <a:r>
              <a:rPr lang="en-US" sz="1200">
                <a:solidFill>
                  <a:srgbClr val="FFFFFF"/>
                </a:solidFill>
                <a:latin typeface="72 Brand"/>
              </a:rPr>
              <a:t>#164323</a:t>
            </a:r>
          </a:p>
        </p:txBody>
      </p:sp>
      <p:sp>
        <p:nvSpPr>
          <p:cNvPr id="26" name="Freeform 78">
            <a:extLst>
              <a:ext uri="{FF2B5EF4-FFF2-40B4-BE49-F238E27FC236}">
                <a16:creationId xmlns:a16="http://schemas.microsoft.com/office/drawing/2014/main" id="{44AC23F7-268E-D9FD-AC0B-EB4A4CB13536}"/>
              </a:ext>
            </a:extLst>
          </p:cNvPr>
          <p:cNvSpPr/>
          <p:nvPr userDrawn="1"/>
        </p:nvSpPr>
        <p:spPr>
          <a:xfrm>
            <a:off x="10050689"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2B16"/>
          </a:solidFill>
          <a:ln w="0" cap="flat">
            <a:noFill/>
            <a:prstDash val="solid"/>
            <a:miter/>
          </a:ln>
        </p:spPr>
        <p:txBody>
          <a:bodyPr rtlCol="0" anchor="ctr"/>
          <a:lstStyle/>
          <a:p>
            <a:pPr algn="ctr" defTabSz="1088449"/>
            <a:r>
              <a:rPr lang="en-US" sz="1200">
                <a:solidFill>
                  <a:srgbClr val="FFFFFF"/>
                </a:solidFill>
                <a:latin typeface="72 Brand"/>
              </a:rPr>
              <a:t>Green 11</a:t>
            </a:r>
            <a:br>
              <a:rPr lang="en-US" sz="1200">
                <a:solidFill>
                  <a:srgbClr val="FFFFFF"/>
                </a:solidFill>
                <a:latin typeface="72 Brand"/>
              </a:rPr>
            </a:br>
            <a:r>
              <a:rPr lang="en-US" sz="1200">
                <a:solidFill>
                  <a:srgbClr val="FFFFFF"/>
                </a:solidFill>
                <a:latin typeface="72 Brand"/>
              </a:rPr>
              <a:t>#0E2B16</a:t>
            </a:r>
          </a:p>
        </p:txBody>
      </p:sp>
      <p:sp>
        <p:nvSpPr>
          <p:cNvPr id="27" name="Freeform 83">
            <a:extLst>
              <a:ext uri="{FF2B5EF4-FFF2-40B4-BE49-F238E27FC236}">
                <a16:creationId xmlns:a16="http://schemas.microsoft.com/office/drawing/2014/main" id="{FCD2E78F-C379-DA9E-AC51-45BB0ACD8CDC}"/>
              </a:ext>
            </a:extLst>
          </p:cNvPr>
          <p:cNvSpPr/>
          <p:nvPr userDrawn="1"/>
        </p:nvSpPr>
        <p:spPr>
          <a:xfrm>
            <a:off x="50400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1F4FF"/>
          </a:solidFill>
          <a:ln w="0" cap="flat">
            <a:noFill/>
            <a:prstDash val="solid"/>
            <a:miter/>
          </a:ln>
        </p:spPr>
        <p:txBody>
          <a:bodyPr rtlCol="0" anchor="ctr"/>
          <a:lstStyle/>
          <a:p>
            <a:pPr algn="ctr" defTabSz="1088449"/>
            <a:r>
              <a:rPr lang="en-US" sz="1200">
                <a:solidFill>
                  <a:srgbClr val="000000"/>
                </a:solidFill>
                <a:latin typeface="72 Brand"/>
              </a:rPr>
              <a:t>Mango 2</a:t>
            </a:r>
            <a:br>
              <a:rPr lang="en-US" sz="1200">
                <a:solidFill>
                  <a:srgbClr val="000000"/>
                </a:solidFill>
                <a:latin typeface="72 Brand"/>
              </a:rPr>
            </a:br>
            <a:r>
              <a:rPr lang="en-US" sz="1200">
                <a:solidFill>
                  <a:srgbClr val="000000"/>
                </a:solidFill>
                <a:latin typeface="72 Brand"/>
              </a:rPr>
              <a:t>#FFF3B8</a:t>
            </a:r>
          </a:p>
        </p:txBody>
      </p:sp>
      <p:sp>
        <p:nvSpPr>
          <p:cNvPr id="28" name="Freeform 88">
            <a:extLst>
              <a:ext uri="{FF2B5EF4-FFF2-40B4-BE49-F238E27FC236}">
                <a16:creationId xmlns:a16="http://schemas.microsoft.com/office/drawing/2014/main" id="{8F604492-C37F-A63E-B6EF-C1D9DA958F6A}"/>
              </a:ext>
            </a:extLst>
          </p:cNvPr>
          <p:cNvSpPr/>
          <p:nvPr userDrawn="1"/>
        </p:nvSpPr>
        <p:spPr>
          <a:xfrm>
            <a:off x="240516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C933"/>
          </a:solidFill>
          <a:ln w="0" cap="flat">
            <a:noFill/>
            <a:prstDash val="solid"/>
            <a:miter/>
          </a:ln>
        </p:spPr>
        <p:txBody>
          <a:bodyPr rtlCol="0" anchor="ctr"/>
          <a:lstStyle/>
          <a:p>
            <a:pPr algn="ctr" defTabSz="1088449"/>
            <a:r>
              <a:rPr lang="en-US" sz="1200">
                <a:solidFill>
                  <a:srgbClr val="000000"/>
                </a:solidFill>
                <a:latin typeface="72 Brand"/>
              </a:rPr>
              <a:t>Mango 4</a:t>
            </a:r>
            <a:br>
              <a:rPr lang="en-US" sz="1200">
                <a:solidFill>
                  <a:srgbClr val="000000"/>
                </a:solidFill>
                <a:latin typeface="72 Brand"/>
              </a:rPr>
            </a:br>
            <a:r>
              <a:rPr lang="en-US" sz="1200">
                <a:solidFill>
                  <a:srgbClr val="000000"/>
                </a:solidFill>
                <a:latin typeface="72 Brand"/>
              </a:rPr>
              <a:t>#FFC933</a:t>
            </a:r>
          </a:p>
        </p:txBody>
      </p:sp>
      <p:sp>
        <p:nvSpPr>
          <p:cNvPr id="29" name="Freeform 87">
            <a:extLst>
              <a:ext uri="{FF2B5EF4-FFF2-40B4-BE49-F238E27FC236}">
                <a16:creationId xmlns:a16="http://schemas.microsoft.com/office/drawing/2014/main" id="{1903B33E-7553-03DE-1850-350C0DCE0478}"/>
              </a:ext>
            </a:extLst>
          </p:cNvPr>
          <p:cNvSpPr/>
          <p:nvPr userDrawn="1"/>
        </p:nvSpPr>
        <p:spPr>
          <a:xfrm>
            <a:off x="430632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1"/>
          </a:solidFill>
          <a:ln w="0" cap="flat">
            <a:noFill/>
            <a:prstDash val="solid"/>
            <a:miter/>
          </a:ln>
        </p:spPr>
        <p:txBody>
          <a:bodyPr rtlCol="0" anchor="ctr"/>
          <a:lstStyle/>
          <a:p>
            <a:pPr algn="ctr" defTabSz="1088449"/>
            <a:r>
              <a:rPr lang="en-US" sz="1200">
                <a:latin typeface="72 Brand"/>
              </a:rPr>
              <a:t>Mango 6</a:t>
            </a:r>
            <a:br>
              <a:rPr lang="en-US" sz="1200">
                <a:latin typeface="72 Brand"/>
              </a:rPr>
            </a:br>
            <a:r>
              <a:rPr lang="en-US" sz="1200">
                <a:latin typeface="72 Brand"/>
              </a:rPr>
              <a:t>#E76500</a:t>
            </a:r>
          </a:p>
        </p:txBody>
      </p:sp>
      <p:sp>
        <p:nvSpPr>
          <p:cNvPr id="30" name="Freeform 86">
            <a:extLst>
              <a:ext uri="{FF2B5EF4-FFF2-40B4-BE49-F238E27FC236}">
                <a16:creationId xmlns:a16="http://schemas.microsoft.com/office/drawing/2014/main" id="{220419B0-04C2-995C-B267-365BA4A8314C}"/>
              </a:ext>
            </a:extLst>
          </p:cNvPr>
          <p:cNvSpPr/>
          <p:nvPr userDrawn="1"/>
        </p:nvSpPr>
        <p:spPr>
          <a:xfrm>
            <a:off x="6227422"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35500"/>
          </a:solidFill>
          <a:ln w="0" cap="flat">
            <a:noFill/>
            <a:prstDash val="solid"/>
            <a:miter/>
          </a:ln>
        </p:spPr>
        <p:txBody>
          <a:bodyPr rtlCol="0" anchor="ctr"/>
          <a:lstStyle/>
          <a:p>
            <a:pPr algn="ctr" defTabSz="1088449"/>
            <a:r>
              <a:rPr lang="en-US" sz="1200">
                <a:solidFill>
                  <a:srgbClr val="FFFFFF"/>
                </a:solidFill>
                <a:latin typeface="72 Brand"/>
              </a:rPr>
              <a:t>Mango 7</a:t>
            </a:r>
            <a:br>
              <a:rPr lang="en-US" sz="1200">
                <a:solidFill>
                  <a:srgbClr val="FFFFFF"/>
                </a:solidFill>
                <a:latin typeface="72 Brand"/>
              </a:rPr>
            </a:br>
            <a:r>
              <a:rPr lang="en-US" sz="1200">
                <a:solidFill>
                  <a:srgbClr val="FFFFFF"/>
                </a:solidFill>
                <a:latin typeface="72 Brand"/>
              </a:rPr>
              <a:t>#C35500</a:t>
            </a:r>
          </a:p>
        </p:txBody>
      </p:sp>
      <p:sp>
        <p:nvSpPr>
          <p:cNvPr id="31" name="Freeform 85">
            <a:extLst>
              <a:ext uri="{FF2B5EF4-FFF2-40B4-BE49-F238E27FC236}">
                <a16:creationId xmlns:a16="http://schemas.microsoft.com/office/drawing/2014/main" id="{5291C6D6-3C0A-1EC1-0DE4-3468327A01FC}"/>
              </a:ext>
            </a:extLst>
          </p:cNvPr>
          <p:cNvSpPr/>
          <p:nvPr userDrawn="1"/>
        </p:nvSpPr>
        <p:spPr>
          <a:xfrm>
            <a:off x="8129588"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6D1900"/>
          </a:solidFill>
          <a:ln w="0" cap="flat">
            <a:noFill/>
            <a:prstDash val="solid"/>
            <a:miter/>
          </a:ln>
        </p:spPr>
        <p:txBody>
          <a:bodyPr rtlCol="0" anchor="ctr"/>
          <a:lstStyle/>
          <a:p>
            <a:pPr algn="ctr" defTabSz="1088449"/>
            <a:r>
              <a:rPr lang="en-US" sz="1200">
                <a:solidFill>
                  <a:srgbClr val="FFFFFF"/>
                </a:solidFill>
                <a:latin typeface="72 Brand"/>
              </a:rPr>
              <a:t>Mango 10</a:t>
            </a:r>
            <a:br>
              <a:rPr lang="en-US" sz="1200">
                <a:solidFill>
                  <a:srgbClr val="FFFFFF"/>
                </a:solidFill>
                <a:latin typeface="72 Brand"/>
              </a:rPr>
            </a:br>
            <a:r>
              <a:rPr lang="en-US" sz="1200">
                <a:solidFill>
                  <a:srgbClr val="FFFFFF"/>
                </a:solidFill>
                <a:latin typeface="72 Brand"/>
              </a:rPr>
              <a:t>#6D1900</a:t>
            </a:r>
          </a:p>
        </p:txBody>
      </p:sp>
      <p:sp>
        <p:nvSpPr>
          <p:cNvPr id="32" name="Freeform 84">
            <a:extLst>
              <a:ext uri="{FF2B5EF4-FFF2-40B4-BE49-F238E27FC236}">
                <a16:creationId xmlns:a16="http://schemas.microsoft.com/office/drawing/2014/main" id="{0C8AFC63-A495-CD19-A678-5D1C65A0F630}"/>
              </a:ext>
            </a:extLst>
          </p:cNvPr>
          <p:cNvSpPr/>
          <p:nvPr userDrawn="1"/>
        </p:nvSpPr>
        <p:spPr>
          <a:xfrm>
            <a:off x="10050689"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50B00"/>
          </a:solidFill>
          <a:ln w="0" cap="flat">
            <a:noFill/>
            <a:prstDash val="solid"/>
            <a:miter/>
          </a:ln>
        </p:spPr>
        <p:txBody>
          <a:bodyPr rtlCol="0" anchor="ctr"/>
          <a:lstStyle/>
          <a:p>
            <a:pPr algn="ctr" defTabSz="1088449"/>
            <a:r>
              <a:rPr lang="en-US" sz="1200">
                <a:solidFill>
                  <a:srgbClr val="FFFFFF"/>
                </a:solidFill>
                <a:latin typeface="72 Brand"/>
              </a:rPr>
              <a:t>Mango 11</a:t>
            </a:r>
            <a:br>
              <a:rPr lang="en-US" sz="1200">
                <a:solidFill>
                  <a:srgbClr val="FFFFFF"/>
                </a:solidFill>
                <a:latin typeface="72 Brand"/>
              </a:rPr>
            </a:br>
            <a:r>
              <a:rPr lang="en-US" sz="1200">
                <a:solidFill>
                  <a:srgbClr val="FFFFFF"/>
                </a:solidFill>
                <a:latin typeface="72 Brand"/>
              </a:rPr>
              <a:t>#450B00</a:t>
            </a:r>
          </a:p>
        </p:txBody>
      </p:sp>
      <p:sp>
        <p:nvSpPr>
          <p:cNvPr id="33" name="Freeform 89">
            <a:extLst>
              <a:ext uri="{FF2B5EF4-FFF2-40B4-BE49-F238E27FC236}">
                <a16:creationId xmlns:a16="http://schemas.microsoft.com/office/drawing/2014/main" id="{88F1E754-E8C5-5438-3533-D344315E7FC2}"/>
              </a:ext>
            </a:extLst>
          </p:cNvPr>
          <p:cNvSpPr/>
          <p:nvPr userDrawn="1"/>
        </p:nvSpPr>
        <p:spPr>
          <a:xfrm>
            <a:off x="50400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5EA"/>
          </a:solidFill>
          <a:ln w="0" cap="flat">
            <a:noFill/>
            <a:prstDash val="solid"/>
            <a:miter/>
          </a:ln>
        </p:spPr>
        <p:txBody>
          <a:bodyPr rtlCol="0" anchor="ctr"/>
          <a:lstStyle/>
          <a:p>
            <a:pPr algn="ctr" defTabSz="1088449"/>
            <a:r>
              <a:rPr lang="en-US" sz="1200">
                <a:solidFill>
                  <a:srgbClr val="000000"/>
                </a:solidFill>
                <a:latin typeface="72 Brand"/>
              </a:rPr>
              <a:t>Red 2</a:t>
            </a:r>
            <a:br>
              <a:rPr lang="en-US" sz="1200">
                <a:solidFill>
                  <a:srgbClr val="000000"/>
                </a:solidFill>
                <a:latin typeface="72 Brand"/>
              </a:rPr>
            </a:br>
            <a:r>
              <a:rPr lang="en-US" sz="1200">
                <a:solidFill>
                  <a:srgbClr val="000000"/>
                </a:solidFill>
                <a:latin typeface="72 Brand"/>
              </a:rPr>
              <a:t>#FFD5EA</a:t>
            </a:r>
          </a:p>
        </p:txBody>
      </p:sp>
      <p:sp>
        <p:nvSpPr>
          <p:cNvPr id="34" name="Freeform 94">
            <a:extLst>
              <a:ext uri="{FF2B5EF4-FFF2-40B4-BE49-F238E27FC236}">
                <a16:creationId xmlns:a16="http://schemas.microsoft.com/office/drawing/2014/main" id="{F9CAB2F5-111E-9B62-A950-2766E6062CBF}"/>
              </a:ext>
            </a:extLst>
          </p:cNvPr>
          <p:cNvSpPr/>
          <p:nvPr userDrawn="1"/>
        </p:nvSpPr>
        <p:spPr>
          <a:xfrm>
            <a:off x="240516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CB2"/>
          </a:solidFill>
          <a:ln w="0" cap="flat">
            <a:noFill/>
            <a:prstDash val="solid"/>
            <a:miter/>
          </a:ln>
        </p:spPr>
        <p:txBody>
          <a:bodyPr rtlCol="0" anchor="ctr"/>
          <a:lstStyle/>
          <a:p>
            <a:pPr algn="ctr" defTabSz="1088449"/>
            <a:r>
              <a:rPr lang="en-US" sz="1200">
                <a:solidFill>
                  <a:srgbClr val="000000"/>
                </a:solidFill>
                <a:latin typeface="72 Brand"/>
              </a:rPr>
              <a:t>Red 4</a:t>
            </a:r>
            <a:br>
              <a:rPr lang="en-US" sz="1200">
                <a:solidFill>
                  <a:srgbClr val="000000"/>
                </a:solidFill>
                <a:latin typeface="72 Brand"/>
              </a:rPr>
            </a:br>
            <a:r>
              <a:rPr lang="en-US" sz="1200">
                <a:solidFill>
                  <a:srgbClr val="000000"/>
                </a:solidFill>
                <a:latin typeface="72 Brand"/>
              </a:rPr>
              <a:t>#FF8CB2</a:t>
            </a:r>
          </a:p>
        </p:txBody>
      </p:sp>
      <p:sp>
        <p:nvSpPr>
          <p:cNvPr id="35" name="Freeform 93">
            <a:extLst>
              <a:ext uri="{FF2B5EF4-FFF2-40B4-BE49-F238E27FC236}">
                <a16:creationId xmlns:a16="http://schemas.microsoft.com/office/drawing/2014/main" id="{20875E28-2038-256F-D469-19622F84F475}"/>
              </a:ext>
            </a:extLst>
          </p:cNvPr>
          <p:cNvSpPr/>
          <p:nvPr userDrawn="1"/>
        </p:nvSpPr>
        <p:spPr>
          <a:xfrm>
            <a:off x="430632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E3939"/>
          </a:solidFill>
          <a:ln w="0" cap="flat">
            <a:noFill/>
            <a:prstDash val="solid"/>
            <a:miter/>
          </a:ln>
        </p:spPr>
        <p:txBody>
          <a:bodyPr rtlCol="0" anchor="ctr"/>
          <a:lstStyle/>
          <a:p>
            <a:pPr algn="ctr" defTabSz="1088449"/>
            <a:r>
              <a:rPr lang="en-US" sz="1200">
                <a:latin typeface="72 Brand"/>
              </a:rPr>
              <a:t>Red 6</a:t>
            </a:r>
            <a:br>
              <a:rPr lang="en-US" sz="1200">
                <a:latin typeface="72 Brand"/>
              </a:rPr>
            </a:br>
            <a:r>
              <a:rPr lang="en-US" sz="1200">
                <a:latin typeface="72 Brand"/>
              </a:rPr>
              <a:t>#EE3939</a:t>
            </a:r>
          </a:p>
        </p:txBody>
      </p:sp>
      <p:sp>
        <p:nvSpPr>
          <p:cNvPr id="36" name="Freeform 92">
            <a:extLst>
              <a:ext uri="{FF2B5EF4-FFF2-40B4-BE49-F238E27FC236}">
                <a16:creationId xmlns:a16="http://schemas.microsoft.com/office/drawing/2014/main" id="{54067863-63ED-3E20-7BA9-91BA18863CAC}"/>
              </a:ext>
            </a:extLst>
          </p:cNvPr>
          <p:cNvSpPr/>
          <p:nvPr userDrawn="1"/>
        </p:nvSpPr>
        <p:spPr>
          <a:xfrm>
            <a:off x="6227422"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20A0A"/>
          </a:solidFill>
          <a:ln w="0" cap="flat">
            <a:noFill/>
            <a:prstDash val="solid"/>
            <a:miter/>
          </a:ln>
        </p:spPr>
        <p:txBody>
          <a:bodyPr rtlCol="0" anchor="ctr"/>
          <a:lstStyle/>
          <a:p>
            <a:pPr algn="ctr" defTabSz="1088449"/>
            <a:r>
              <a:rPr lang="en-US" sz="1200">
                <a:solidFill>
                  <a:srgbClr val="FFFFFF"/>
                </a:solidFill>
                <a:latin typeface="72 Brand"/>
              </a:rPr>
              <a:t>Red 7</a:t>
            </a:r>
            <a:br>
              <a:rPr lang="en-US" sz="1200">
                <a:solidFill>
                  <a:srgbClr val="FFFFFF"/>
                </a:solidFill>
                <a:latin typeface="72 Brand"/>
              </a:rPr>
            </a:br>
            <a:r>
              <a:rPr lang="en-US" sz="1200">
                <a:solidFill>
                  <a:srgbClr val="FFFFFF"/>
                </a:solidFill>
                <a:latin typeface="72 Brand"/>
              </a:rPr>
              <a:t>#D20A0A</a:t>
            </a:r>
          </a:p>
        </p:txBody>
      </p:sp>
      <p:sp>
        <p:nvSpPr>
          <p:cNvPr id="37" name="Freeform 91">
            <a:extLst>
              <a:ext uri="{FF2B5EF4-FFF2-40B4-BE49-F238E27FC236}">
                <a16:creationId xmlns:a16="http://schemas.microsoft.com/office/drawing/2014/main" id="{16AC9816-9312-095C-CA75-9BB225C4252E}"/>
              </a:ext>
            </a:extLst>
          </p:cNvPr>
          <p:cNvSpPr/>
          <p:nvPr userDrawn="1"/>
        </p:nvSpPr>
        <p:spPr>
          <a:xfrm>
            <a:off x="8129588"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A0404"/>
          </a:solidFill>
          <a:ln w="0" cap="flat">
            <a:noFill/>
            <a:prstDash val="solid"/>
            <a:miter/>
          </a:ln>
        </p:spPr>
        <p:txBody>
          <a:bodyPr rtlCol="0" anchor="ctr"/>
          <a:lstStyle/>
          <a:p>
            <a:pPr algn="ctr" defTabSz="1088449"/>
            <a:r>
              <a:rPr lang="en-US" sz="1200">
                <a:solidFill>
                  <a:srgbClr val="FFFFFF"/>
                </a:solidFill>
                <a:latin typeface="72 Brand"/>
              </a:rPr>
              <a:t>Red 10</a:t>
            </a:r>
            <a:br>
              <a:rPr lang="en-US" sz="1200">
                <a:solidFill>
                  <a:srgbClr val="FFFFFF"/>
                </a:solidFill>
                <a:latin typeface="72 Brand"/>
              </a:rPr>
            </a:br>
            <a:r>
              <a:rPr lang="en-US" sz="1200">
                <a:solidFill>
                  <a:srgbClr val="FFFFFF"/>
                </a:solidFill>
                <a:latin typeface="72 Brand"/>
              </a:rPr>
              <a:t>#5A0404</a:t>
            </a:r>
          </a:p>
        </p:txBody>
      </p:sp>
      <p:sp>
        <p:nvSpPr>
          <p:cNvPr id="38" name="Freeform 90">
            <a:extLst>
              <a:ext uri="{FF2B5EF4-FFF2-40B4-BE49-F238E27FC236}">
                <a16:creationId xmlns:a16="http://schemas.microsoft.com/office/drawing/2014/main" id="{AEF6149F-55EA-8B85-D5DF-EFB6B2FF4645}"/>
              </a:ext>
            </a:extLst>
          </p:cNvPr>
          <p:cNvSpPr/>
          <p:nvPr userDrawn="1"/>
        </p:nvSpPr>
        <p:spPr>
          <a:xfrm>
            <a:off x="10050689"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350000"/>
          </a:solidFill>
          <a:ln w="0" cap="flat">
            <a:noFill/>
            <a:prstDash val="solid"/>
            <a:miter/>
          </a:ln>
        </p:spPr>
        <p:txBody>
          <a:bodyPr rtlCol="0" anchor="ctr"/>
          <a:lstStyle/>
          <a:p>
            <a:pPr algn="ctr" defTabSz="1088449"/>
            <a:r>
              <a:rPr lang="en-US" sz="1200">
                <a:solidFill>
                  <a:srgbClr val="FFFFFF"/>
                </a:solidFill>
                <a:latin typeface="72 Brand"/>
              </a:rPr>
              <a:t>Red 11</a:t>
            </a:r>
            <a:br>
              <a:rPr lang="en-US" sz="1200">
                <a:solidFill>
                  <a:srgbClr val="FFFFFF"/>
                </a:solidFill>
                <a:latin typeface="72 Brand"/>
              </a:rPr>
            </a:br>
            <a:r>
              <a:rPr lang="en-US" sz="1200">
                <a:solidFill>
                  <a:srgbClr val="FFFFFF"/>
                </a:solidFill>
                <a:latin typeface="72 Brand"/>
              </a:rPr>
              <a:t>#350000</a:t>
            </a:r>
          </a:p>
        </p:txBody>
      </p:sp>
      <p:sp>
        <p:nvSpPr>
          <p:cNvPr id="39" name="Freeform 95">
            <a:extLst>
              <a:ext uri="{FF2B5EF4-FFF2-40B4-BE49-F238E27FC236}">
                <a16:creationId xmlns:a16="http://schemas.microsoft.com/office/drawing/2014/main" id="{4027EC94-48C6-D9D1-D350-2C19E151F706}"/>
              </a:ext>
            </a:extLst>
          </p:cNvPr>
          <p:cNvSpPr/>
          <p:nvPr userDrawn="1"/>
        </p:nvSpPr>
        <p:spPr>
          <a:xfrm>
            <a:off x="50400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E8"/>
          </a:solidFill>
          <a:ln w="0" cap="flat">
            <a:noFill/>
            <a:prstDash val="solid"/>
            <a:miter/>
          </a:ln>
        </p:spPr>
        <p:txBody>
          <a:bodyPr rtlCol="0" anchor="ctr"/>
          <a:lstStyle/>
          <a:p>
            <a:pPr algn="ctr" defTabSz="1088449"/>
            <a:r>
              <a:rPr lang="en-US" sz="1200">
                <a:solidFill>
                  <a:srgbClr val="000000"/>
                </a:solidFill>
                <a:latin typeface="72 Brand"/>
              </a:rPr>
              <a:t>Raspberry 2</a:t>
            </a:r>
            <a:br>
              <a:rPr lang="en-US" sz="1200">
                <a:solidFill>
                  <a:srgbClr val="000000"/>
                </a:solidFill>
                <a:latin typeface="72 Brand"/>
              </a:rPr>
            </a:br>
            <a:r>
              <a:rPr lang="en-US" sz="1200">
                <a:solidFill>
                  <a:srgbClr val="000000"/>
                </a:solidFill>
                <a:latin typeface="72 Brand"/>
              </a:rPr>
              <a:t>#FFDCE8</a:t>
            </a:r>
          </a:p>
        </p:txBody>
      </p:sp>
      <p:sp>
        <p:nvSpPr>
          <p:cNvPr id="40" name="Freeform 100">
            <a:extLst>
              <a:ext uri="{FF2B5EF4-FFF2-40B4-BE49-F238E27FC236}">
                <a16:creationId xmlns:a16="http://schemas.microsoft.com/office/drawing/2014/main" id="{74AAC3CA-6774-EA05-39D2-6BFA7B4DF9B5}"/>
              </a:ext>
            </a:extLst>
          </p:cNvPr>
          <p:cNvSpPr/>
          <p:nvPr userDrawn="1"/>
        </p:nvSpPr>
        <p:spPr>
          <a:xfrm>
            <a:off x="240516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EADC8"/>
          </a:solidFill>
          <a:ln w="0" cap="flat">
            <a:noFill/>
            <a:prstDash val="solid"/>
            <a:miter/>
          </a:ln>
        </p:spPr>
        <p:txBody>
          <a:bodyPr rtlCol="0" anchor="ctr"/>
          <a:lstStyle/>
          <a:p>
            <a:pPr algn="ctr" defTabSz="1088449"/>
            <a:r>
              <a:rPr lang="en-US" sz="1200">
                <a:solidFill>
                  <a:srgbClr val="000000"/>
                </a:solidFill>
                <a:latin typeface="72 Brand"/>
              </a:rPr>
              <a:t>Raspberry 4</a:t>
            </a:r>
            <a:br>
              <a:rPr lang="en-US" sz="1200">
                <a:solidFill>
                  <a:srgbClr val="000000"/>
                </a:solidFill>
                <a:latin typeface="72 Brand"/>
              </a:rPr>
            </a:br>
            <a:r>
              <a:rPr lang="en-US" sz="1200">
                <a:solidFill>
                  <a:srgbClr val="000000"/>
                </a:solidFill>
                <a:latin typeface="72 Brand"/>
              </a:rPr>
              <a:t>#FEADC8</a:t>
            </a:r>
          </a:p>
        </p:txBody>
      </p:sp>
      <p:sp>
        <p:nvSpPr>
          <p:cNvPr id="41" name="Freeform 99">
            <a:extLst>
              <a:ext uri="{FF2B5EF4-FFF2-40B4-BE49-F238E27FC236}">
                <a16:creationId xmlns:a16="http://schemas.microsoft.com/office/drawing/2014/main" id="{81CE6DC8-B91F-EDAE-0084-E839B0BE2C32}"/>
              </a:ext>
            </a:extLst>
          </p:cNvPr>
          <p:cNvSpPr/>
          <p:nvPr userDrawn="1"/>
        </p:nvSpPr>
        <p:spPr>
          <a:xfrm>
            <a:off x="430632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4"/>
          </a:solidFill>
          <a:ln w="0" cap="flat">
            <a:noFill/>
            <a:prstDash val="solid"/>
            <a:miter/>
          </a:ln>
        </p:spPr>
        <p:txBody>
          <a:bodyPr rtlCol="0" anchor="ctr"/>
          <a:lstStyle/>
          <a:p>
            <a:pPr algn="ctr" defTabSz="1088449"/>
            <a:r>
              <a:rPr lang="en-US" sz="1200">
                <a:latin typeface="72 Brand"/>
              </a:rPr>
              <a:t>Raspberry 6</a:t>
            </a:r>
            <a:br>
              <a:rPr lang="en-US" sz="1200">
                <a:latin typeface="72 Brand"/>
              </a:rPr>
            </a:br>
            <a:r>
              <a:rPr lang="en-US" sz="1200">
                <a:latin typeface="72 Brand"/>
              </a:rPr>
              <a:t>#FA4F96</a:t>
            </a:r>
          </a:p>
        </p:txBody>
      </p:sp>
      <p:sp>
        <p:nvSpPr>
          <p:cNvPr id="42" name="Freeform 98">
            <a:extLst>
              <a:ext uri="{FF2B5EF4-FFF2-40B4-BE49-F238E27FC236}">
                <a16:creationId xmlns:a16="http://schemas.microsoft.com/office/drawing/2014/main" id="{445568CB-5C4B-F612-2395-62D135B605D9}"/>
              </a:ext>
            </a:extLst>
          </p:cNvPr>
          <p:cNvSpPr/>
          <p:nvPr userDrawn="1"/>
        </p:nvSpPr>
        <p:spPr>
          <a:xfrm>
            <a:off x="6227422"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F1278"/>
          </a:solidFill>
          <a:ln w="0" cap="flat">
            <a:noFill/>
            <a:prstDash val="solid"/>
            <a:miter/>
          </a:ln>
        </p:spPr>
        <p:txBody>
          <a:bodyPr rtlCol="0" anchor="ctr"/>
          <a:lstStyle/>
          <a:p>
            <a:pPr algn="ctr" defTabSz="1088449"/>
            <a:r>
              <a:rPr lang="en-US" sz="1200">
                <a:solidFill>
                  <a:srgbClr val="FFFFFF"/>
                </a:solidFill>
                <a:latin typeface="72 Brand"/>
              </a:rPr>
              <a:t>Raspberry 7</a:t>
            </a:r>
            <a:br>
              <a:rPr lang="en-US" sz="1200">
                <a:solidFill>
                  <a:srgbClr val="FFFFFF"/>
                </a:solidFill>
                <a:latin typeface="72 Brand"/>
              </a:rPr>
            </a:br>
            <a:r>
              <a:rPr lang="en-US" sz="1200">
                <a:solidFill>
                  <a:srgbClr val="FFFFFF"/>
                </a:solidFill>
                <a:latin typeface="72 Brand"/>
              </a:rPr>
              <a:t>#DF1278</a:t>
            </a:r>
          </a:p>
        </p:txBody>
      </p:sp>
      <p:sp>
        <p:nvSpPr>
          <p:cNvPr id="43" name="Freeform 97">
            <a:extLst>
              <a:ext uri="{FF2B5EF4-FFF2-40B4-BE49-F238E27FC236}">
                <a16:creationId xmlns:a16="http://schemas.microsoft.com/office/drawing/2014/main" id="{880D550A-2A0C-9B91-BC01-2F055CD55C3E}"/>
              </a:ext>
            </a:extLst>
          </p:cNvPr>
          <p:cNvSpPr/>
          <p:nvPr userDrawn="1"/>
        </p:nvSpPr>
        <p:spPr>
          <a:xfrm>
            <a:off x="8129588"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1014B"/>
          </a:solidFill>
          <a:ln w="0" cap="flat">
            <a:noFill/>
            <a:prstDash val="solid"/>
            <a:miter/>
          </a:ln>
        </p:spPr>
        <p:txBody>
          <a:bodyPr rtlCol="0" anchor="ctr"/>
          <a:lstStyle/>
          <a:p>
            <a:pPr algn="ctr" defTabSz="1088449"/>
            <a:r>
              <a:rPr lang="en-US" sz="1200">
                <a:solidFill>
                  <a:srgbClr val="FFFFFF"/>
                </a:solidFill>
                <a:latin typeface="72 Brand"/>
              </a:rPr>
              <a:t>Raspberry 10</a:t>
            </a:r>
            <a:br>
              <a:rPr lang="en-US" sz="1200">
                <a:solidFill>
                  <a:srgbClr val="FFFFFF"/>
                </a:solidFill>
                <a:latin typeface="72 Brand"/>
              </a:rPr>
            </a:br>
            <a:r>
              <a:rPr lang="en-US" sz="1200">
                <a:solidFill>
                  <a:srgbClr val="FFFFFF"/>
                </a:solidFill>
                <a:latin typeface="72 Brand"/>
              </a:rPr>
              <a:t>#71014B</a:t>
            </a:r>
          </a:p>
        </p:txBody>
      </p:sp>
      <p:sp>
        <p:nvSpPr>
          <p:cNvPr id="44" name="Freeform 96">
            <a:extLst>
              <a:ext uri="{FF2B5EF4-FFF2-40B4-BE49-F238E27FC236}">
                <a16:creationId xmlns:a16="http://schemas.microsoft.com/office/drawing/2014/main" id="{B990BC40-0AED-879D-23F0-E5EC2B7BFC43}"/>
              </a:ext>
            </a:extLst>
          </p:cNvPr>
          <p:cNvSpPr/>
          <p:nvPr userDrawn="1"/>
        </p:nvSpPr>
        <p:spPr>
          <a:xfrm>
            <a:off x="10050689"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136"/>
          </a:solidFill>
          <a:ln w="0" cap="flat">
            <a:noFill/>
            <a:prstDash val="solid"/>
            <a:miter/>
          </a:ln>
        </p:spPr>
        <p:txBody>
          <a:bodyPr rtlCol="0" anchor="ctr"/>
          <a:lstStyle/>
          <a:p>
            <a:pPr algn="ctr" defTabSz="1088449"/>
            <a:r>
              <a:rPr lang="en-US" sz="1200">
                <a:solidFill>
                  <a:srgbClr val="FFFFFF"/>
                </a:solidFill>
                <a:latin typeface="72 Brand"/>
              </a:rPr>
              <a:t>Raspberry 11</a:t>
            </a:r>
            <a:br>
              <a:rPr lang="en-US" sz="1200">
                <a:solidFill>
                  <a:srgbClr val="FFFFFF"/>
                </a:solidFill>
                <a:latin typeface="72 Brand"/>
              </a:rPr>
            </a:br>
            <a:r>
              <a:rPr lang="en-US" sz="1200">
                <a:solidFill>
                  <a:srgbClr val="FFFFFF"/>
                </a:solidFill>
                <a:latin typeface="72 Brand"/>
              </a:rPr>
              <a:t>#510136</a:t>
            </a:r>
          </a:p>
        </p:txBody>
      </p:sp>
      <p:sp>
        <p:nvSpPr>
          <p:cNvPr id="45" name="Freeform 101">
            <a:extLst>
              <a:ext uri="{FF2B5EF4-FFF2-40B4-BE49-F238E27FC236}">
                <a16:creationId xmlns:a16="http://schemas.microsoft.com/office/drawing/2014/main" id="{917F0007-E6BC-B6A0-B878-68DA78CFED8B}"/>
              </a:ext>
            </a:extLst>
          </p:cNvPr>
          <p:cNvSpPr/>
          <p:nvPr userDrawn="1"/>
        </p:nvSpPr>
        <p:spPr>
          <a:xfrm>
            <a:off x="50400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F3"/>
          </a:solidFill>
          <a:ln w="0" cap="flat">
            <a:noFill/>
            <a:prstDash val="solid"/>
            <a:miter/>
          </a:ln>
        </p:spPr>
        <p:txBody>
          <a:bodyPr rtlCol="0" anchor="ctr"/>
          <a:lstStyle/>
          <a:p>
            <a:pPr algn="ctr" defTabSz="1088449"/>
            <a:r>
              <a:rPr lang="en-US" sz="1200">
                <a:solidFill>
                  <a:srgbClr val="000000"/>
                </a:solidFill>
                <a:latin typeface="72 Brand"/>
              </a:rPr>
              <a:t>Pink 2</a:t>
            </a:r>
            <a:br>
              <a:rPr lang="en-US" sz="1200">
                <a:solidFill>
                  <a:srgbClr val="000000"/>
                </a:solidFill>
                <a:latin typeface="72 Brand"/>
              </a:rPr>
            </a:br>
            <a:r>
              <a:rPr lang="en-US" sz="1200">
                <a:solidFill>
                  <a:srgbClr val="000000"/>
                </a:solidFill>
                <a:latin typeface="72 Brand"/>
              </a:rPr>
              <a:t>#FFDCF3</a:t>
            </a:r>
          </a:p>
        </p:txBody>
      </p:sp>
      <p:sp>
        <p:nvSpPr>
          <p:cNvPr id="46" name="Freeform 106">
            <a:extLst>
              <a:ext uri="{FF2B5EF4-FFF2-40B4-BE49-F238E27FC236}">
                <a16:creationId xmlns:a16="http://schemas.microsoft.com/office/drawing/2014/main" id="{0AD9E1EE-5506-751B-38EA-38841C8A80ED}"/>
              </a:ext>
            </a:extLst>
          </p:cNvPr>
          <p:cNvSpPr/>
          <p:nvPr userDrawn="1"/>
        </p:nvSpPr>
        <p:spPr>
          <a:xfrm>
            <a:off x="240516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AF0"/>
          </a:solidFill>
          <a:ln w="0" cap="flat">
            <a:noFill/>
            <a:prstDash val="solid"/>
            <a:miter/>
          </a:ln>
        </p:spPr>
        <p:txBody>
          <a:bodyPr rtlCol="0" anchor="ctr"/>
          <a:lstStyle/>
          <a:p>
            <a:pPr algn="ctr" defTabSz="1088449"/>
            <a:r>
              <a:rPr lang="en-US" sz="1200">
                <a:solidFill>
                  <a:srgbClr val="000000"/>
                </a:solidFill>
                <a:latin typeface="72 Brand"/>
              </a:rPr>
              <a:t>Pink 4</a:t>
            </a:r>
            <a:br>
              <a:rPr lang="en-US" sz="1200">
                <a:solidFill>
                  <a:srgbClr val="000000"/>
                </a:solidFill>
                <a:latin typeface="72 Brand"/>
              </a:rPr>
            </a:br>
            <a:r>
              <a:rPr lang="en-US" sz="1200">
                <a:solidFill>
                  <a:srgbClr val="000000"/>
                </a:solidFill>
                <a:latin typeface="72 Brand"/>
              </a:rPr>
              <a:t>#FF8AF0</a:t>
            </a:r>
          </a:p>
        </p:txBody>
      </p:sp>
      <p:sp>
        <p:nvSpPr>
          <p:cNvPr id="47" name="Freeform 105">
            <a:extLst>
              <a:ext uri="{FF2B5EF4-FFF2-40B4-BE49-F238E27FC236}">
                <a16:creationId xmlns:a16="http://schemas.microsoft.com/office/drawing/2014/main" id="{33BC0809-597B-D705-027A-A75FF023724C}"/>
              </a:ext>
            </a:extLst>
          </p:cNvPr>
          <p:cNvSpPr/>
          <p:nvPr userDrawn="1"/>
        </p:nvSpPr>
        <p:spPr>
          <a:xfrm>
            <a:off x="430632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31DED"/>
          </a:solidFill>
          <a:ln w="0" cap="flat">
            <a:noFill/>
            <a:prstDash val="solid"/>
            <a:miter/>
          </a:ln>
        </p:spPr>
        <p:txBody>
          <a:bodyPr rtlCol="0" anchor="ctr"/>
          <a:lstStyle/>
          <a:p>
            <a:pPr algn="ctr" defTabSz="1088449"/>
            <a:r>
              <a:rPr lang="en-US" sz="1200">
                <a:latin typeface="72 Brand"/>
              </a:rPr>
              <a:t>Pink 6</a:t>
            </a:r>
            <a:br>
              <a:rPr lang="en-US" sz="1200">
                <a:latin typeface="72 Brand"/>
              </a:rPr>
            </a:br>
            <a:r>
              <a:rPr lang="en-US" sz="1200">
                <a:latin typeface="72 Brand"/>
              </a:rPr>
              <a:t>#F31DED</a:t>
            </a:r>
          </a:p>
        </p:txBody>
      </p:sp>
      <p:sp>
        <p:nvSpPr>
          <p:cNvPr id="48" name="Freeform 104">
            <a:extLst>
              <a:ext uri="{FF2B5EF4-FFF2-40B4-BE49-F238E27FC236}">
                <a16:creationId xmlns:a16="http://schemas.microsoft.com/office/drawing/2014/main" id="{EA8325A0-3800-3844-7028-1335F7DA6DD4}"/>
              </a:ext>
            </a:extLst>
          </p:cNvPr>
          <p:cNvSpPr/>
          <p:nvPr userDrawn="1"/>
        </p:nvSpPr>
        <p:spPr>
          <a:xfrm>
            <a:off x="6227422"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C00DC"/>
          </a:solidFill>
          <a:ln w="0" cap="flat">
            <a:noFill/>
            <a:prstDash val="solid"/>
            <a:miter/>
          </a:ln>
        </p:spPr>
        <p:txBody>
          <a:bodyPr rtlCol="0" anchor="ctr"/>
          <a:lstStyle/>
          <a:p>
            <a:pPr algn="ctr" defTabSz="1088449"/>
            <a:r>
              <a:rPr lang="en-US" sz="1200">
                <a:solidFill>
                  <a:srgbClr val="FFFFFF"/>
                </a:solidFill>
                <a:latin typeface="72 Brand"/>
              </a:rPr>
              <a:t>Pink 7</a:t>
            </a:r>
            <a:br>
              <a:rPr lang="en-US" sz="1200">
                <a:solidFill>
                  <a:srgbClr val="FFFFFF"/>
                </a:solidFill>
                <a:latin typeface="72 Brand"/>
              </a:rPr>
            </a:br>
            <a:r>
              <a:rPr lang="en-US" sz="1200">
                <a:solidFill>
                  <a:srgbClr val="FFFFFF"/>
                </a:solidFill>
                <a:latin typeface="72 Brand"/>
              </a:rPr>
              <a:t>#CC00DC</a:t>
            </a:r>
          </a:p>
        </p:txBody>
      </p:sp>
      <p:sp>
        <p:nvSpPr>
          <p:cNvPr id="49" name="Freeform 103">
            <a:extLst>
              <a:ext uri="{FF2B5EF4-FFF2-40B4-BE49-F238E27FC236}">
                <a16:creationId xmlns:a16="http://schemas.microsoft.com/office/drawing/2014/main" id="{0FAC4B6B-3B2C-409E-6B7B-3332654C7A79}"/>
              </a:ext>
            </a:extLst>
          </p:cNvPr>
          <p:cNvSpPr/>
          <p:nvPr userDrawn="1"/>
        </p:nvSpPr>
        <p:spPr>
          <a:xfrm>
            <a:off x="8129588"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080"/>
          </a:solidFill>
          <a:ln w="0" cap="flat">
            <a:noFill/>
            <a:prstDash val="solid"/>
            <a:miter/>
          </a:ln>
        </p:spPr>
        <p:txBody>
          <a:bodyPr rtlCol="0" anchor="ctr"/>
          <a:lstStyle/>
          <a:p>
            <a:pPr algn="ctr" defTabSz="1088449"/>
            <a:r>
              <a:rPr lang="en-US" sz="1200">
                <a:solidFill>
                  <a:srgbClr val="FFFFFF"/>
                </a:solidFill>
                <a:latin typeface="72 Brand"/>
              </a:rPr>
              <a:t>Pink 10</a:t>
            </a:r>
            <a:br>
              <a:rPr lang="en-US" sz="1200">
                <a:solidFill>
                  <a:srgbClr val="FFFFFF"/>
                </a:solidFill>
                <a:latin typeface="72 Brand"/>
              </a:rPr>
            </a:br>
            <a:r>
              <a:rPr lang="en-US" sz="1200">
                <a:solidFill>
                  <a:srgbClr val="FFFFFF"/>
                </a:solidFill>
                <a:latin typeface="72 Brand"/>
              </a:rPr>
              <a:t>#510080</a:t>
            </a:r>
          </a:p>
        </p:txBody>
      </p:sp>
      <p:sp>
        <p:nvSpPr>
          <p:cNvPr id="50" name="Freeform 102">
            <a:extLst>
              <a:ext uri="{FF2B5EF4-FFF2-40B4-BE49-F238E27FC236}">
                <a16:creationId xmlns:a16="http://schemas.microsoft.com/office/drawing/2014/main" id="{6A62005D-6E71-B214-2A29-BFD9F334AEF1}"/>
              </a:ext>
            </a:extLst>
          </p:cNvPr>
          <p:cNvSpPr/>
          <p:nvPr userDrawn="1"/>
        </p:nvSpPr>
        <p:spPr>
          <a:xfrm>
            <a:off x="10050689"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8004A"/>
          </a:solidFill>
          <a:ln w="0" cap="flat">
            <a:noFill/>
            <a:prstDash val="solid"/>
            <a:miter/>
          </a:ln>
        </p:spPr>
        <p:txBody>
          <a:bodyPr rtlCol="0" anchor="ctr"/>
          <a:lstStyle/>
          <a:p>
            <a:pPr algn="ctr" defTabSz="1088449"/>
            <a:r>
              <a:rPr lang="en-US" sz="1200">
                <a:solidFill>
                  <a:srgbClr val="FFFFFF"/>
                </a:solidFill>
                <a:latin typeface="72 Brand"/>
              </a:rPr>
              <a:t>Pink 11</a:t>
            </a:r>
            <a:br>
              <a:rPr lang="en-US" sz="1200">
                <a:solidFill>
                  <a:srgbClr val="FFFFFF"/>
                </a:solidFill>
                <a:latin typeface="72 Brand"/>
              </a:rPr>
            </a:br>
            <a:r>
              <a:rPr lang="en-US" sz="1200">
                <a:solidFill>
                  <a:srgbClr val="FFFFFF"/>
                </a:solidFill>
                <a:latin typeface="72 Brand"/>
              </a:rPr>
              <a:t>#28004A</a:t>
            </a:r>
          </a:p>
        </p:txBody>
      </p:sp>
      <p:sp>
        <p:nvSpPr>
          <p:cNvPr id="51" name="Freeform 107">
            <a:extLst>
              <a:ext uri="{FF2B5EF4-FFF2-40B4-BE49-F238E27FC236}">
                <a16:creationId xmlns:a16="http://schemas.microsoft.com/office/drawing/2014/main" id="{F9558B7D-AA7B-F466-C1B6-364275904FF5}"/>
              </a:ext>
            </a:extLst>
          </p:cNvPr>
          <p:cNvSpPr/>
          <p:nvPr userDrawn="1"/>
        </p:nvSpPr>
        <p:spPr>
          <a:xfrm>
            <a:off x="50400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2D8FF"/>
          </a:solidFill>
          <a:ln w="0" cap="flat">
            <a:noFill/>
            <a:prstDash val="solid"/>
            <a:miter/>
          </a:ln>
        </p:spPr>
        <p:txBody>
          <a:bodyPr rtlCol="0" anchor="ctr"/>
          <a:lstStyle/>
          <a:p>
            <a:pPr algn="ctr" defTabSz="1088449"/>
            <a:r>
              <a:rPr lang="en-US" sz="1200">
                <a:solidFill>
                  <a:srgbClr val="000000"/>
                </a:solidFill>
                <a:latin typeface="72 Brand"/>
              </a:rPr>
              <a:t>Indigo 2</a:t>
            </a:r>
            <a:br>
              <a:rPr lang="en-US" sz="1200">
                <a:solidFill>
                  <a:srgbClr val="000000"/>
                </a:solidFill>
                <a:latin typeface="72 Brand"/>
              </a:rPr>
            </a:br>
            <a:r>
              <a:rPr lang="en-US" sz="1200">
                <a:solidFill>
                  <a:srgbClr val="000000"/>
                </a:solidFill>
                <a:latin typeface="72 Brand"/>
              </a:rPr>
              <a:t>#E2D8FF</a:t>
            </a:r>
          </a:p>
        </p:txBody>
      </p:sp>
      <p:sp>
        <p:nvSpPr>
          <p:cNvPr id="52" name="Freeform 112">
            <a:extLst>
              <a:ext uri="{FF2B5EF4-FFF2-40B4-BE49-F238E27FC236}">
                <a16:creationId xmlns:a16="http://schemas.microsoft.com/office/drawing/2014/main" id="{F58FB485-B376-0DC0-AC60-1825E34C0BFE}"/>
              </a:ext>
            </a:extLst>
          </p:cNvPr>
          <p:cNvSpPr/>
          <p:nvPr userDrawn="1"/>
        </p:nvSpPr>
        <p:spPr>
          <a:xfrm>
            <a:off x="240516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B894FF"/>
          </a:solidFill>
          <a:ln w="0" cap="flat">
            <a:noFill/>
            <a:prstDash val="solid"/>
            <a:miter/>
          </a:ln>
        </p:spPr>
        <p:txBody>
          <a:bodyPr rtlCol="0" anchor="ctr"/>
          <a:lstStyle/>
          <a:p>
            <a:pPr algn="ctr" defTabSz="1088449"/>
            <a:r>
              <a:rPr lang="en-US" sz="1200">
                <a:solidFill>
                  <a:srgbClr val="000000"/>
                </a:solidFill>
                <a:latin typeface="72 Brand"/>
              </a:rPr>
              <a:t>Indigo 4</a:t>
            </a:r>
            <a:br>
              <a:rPr lang="en-US" sz="1200">
                <a:solidFill>
                  <a:srgbClr val="000000"/>
                </a:solidFill>
                <a:latin typeface="72 Brand"/>
              </a:rPr>
            </a:br>
            <a:r>
              <a:rPr lang="en-US" sz="1200">
                <a:solidFill>
                  <a:srgbClr val="000000"/>
                </a:solidFill>
                <a:latin typeface="72 Brand"/>
              </a:rPr>
              <a:t>#B894FF</a:t>
            </a:r>
          </a:p>
        </p:txBody>
      </p:sp>
      <p:sp>
        <p:nvSpPr>
          <p:cNvPr id="53" name="Freeform 111">
            <a:extLst>
              <a:ext uri="{FF2B5EF4-FFF2-40B4-BE49-F238E27FC236}">
                <a16:creationId xmlns:a16="http://schemas.microsoft.com/office/drawing/2014/main" id="{E507AF13-4657-238A-2511-149A7719182F}"/>
              </a:ext>
            </a:extLst>
          </p:cNvPr>
          <p:cNvSpPr/>
          <p:nvPr userDrawn="1"/>
        </p:nvSpPr>
        <p:spPr>
          <a:xfrm>
            <a:off x="430632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858FF"/>
          </a:solidFill>
          <a:ln w="0" cap="flat">
            <a:noFill/>
            <a:prstDash val="solid"/>
            <a:miter/>
          </a:ln>
        </p:spPr>
        <p:txBody>
          <a:bodyPr rtlCol="0" anchor="ctr"/>
          <a:lstStyle/>
          <a:p>
            <a:pPr algn="ctr" defTabSz="1088449"/>
            <a:r>
              <a:rPr lang="en-US" sz="1200">
                <a:solidFill>
                  <a:srgbClr val="FFFFFF"/>
                </a:solidFill>
                <a:latin typeface="72 Brand"/>
              </a:rPr>
              <a:t>Indigo 6</a:t>
            </a:r>
            <a:br>
              <a:rPr lang="en-US" sz="1200">
                <a:solidFill>
                  <a:srgbClr val="FFFFFF"/>
                </a:solidFill>
                <a:latin typeface="72 Brand"/>
              </a:rPr>
            </a:br>
            <a:r>
              <a:rPr lang="en-US" sz="1200">
                <a:solidFill>
                  <a:srgbClr val="FFFFFF"/>
                </a:solidFill>
                <a:latin typeface="72 Brand"/>
              </a:rPr>
              <a:t>#7858FF</a:t>
            </a:r>
          </a:p>
        </p:txBody>
      </p:sp>
      <p:sp>
        <p:nvSpPr>
          <p:cNvPr id="54" name="Freeform 110">
            <a:extLst>
              <a:ext uri="{FF2B5EF4-FFF2-40B4-BE49-F238E27FC236}">
                <a16:creationId xmlns:a16="http://schemas.microsoft.com/office/drawing/2014/main" id="{D856B3A7-2366-B45C-16D0-FE87105F81DD}"/>
              </a:ext>
            </a:extLst>
          </p:cNvPr>
          <p:cNvSpPr/>
          <p:nvPr userDrawn="1"/>
        </p:nvSpPr>
        <p:spPr>
          <a:xfrm>
            <a:off x="6227422"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D36FF"/>
          </a:solidFill>
          <a:ln w="0" cap="flat">
            <a:noFill/>
            <a:prstDash val="solid"/>
            <a:miter/>
          </a:ln>
        </p:spPr>
        <p:txBody>
          <a:bodyPr rtlCol="0" anchor="ctr"/>
          <a:lstStyle/>
          <a:p>
            <a:pPr algn="ctr" defTabSz="1088449"/>
            <a:r>
              <a:rPr lang="en-US" sz="1200">
                <a:solidFill>
                  <a:srgbClr val="FFFFFF"/>
                </a:solidFill>
                <a:latin typeface="72 Brand"/>
              </a:rPr>
              <a:t>Indigo 7</a:t>
            </a:r>
            <a:br>
              <a:rPr lang="en-US" sz="1200">
                <a:solidFill>
                  <a:srgbClr val="FFFFFF"/>
                </a:solidFill>
                <a:latin typeface="72 Brand"/>
              </a:rPr>
            </a:br>
            <a:r>
              <a:rPr lang="en-US" sz="1200">
                <a:solidFill>
                  <a:srgbClr val="FFFFFF"/>
                </a:solidFill>
                <a:latin typeface="72 Brand"/>
              </a:rPr>
              <a:t>#5D36FF</a:t>
            </a:r>
          </a:p>
        </p:txBody>
      </p:sp>
      <p:sp>
        <p:nvSpPr>
          <p:cNvPr id="55" name="Freeform 109">
            <a:extLst>
              <a:ext uri="{FF2B5EF4-FFF2-40B4-BE49-F238E27FC236}">
                <a16:creationId xmlns:a16="http://schemas.microsoft.com/office/drawing/2014/main" id="{7799D5EF-EB56-B65F-BAE3-2C832902B6E1}"/>
              </a:ext>
            </a:extLst>
          </p:cNvPr>
          <p:cNvSpPr/>
          <p:nvPr userDrawn="1"/>
        </p:nvSpPr>
        <p:spPr>
          <a:xfrm>
            <a:off x="8129588"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C0C6E"/>
          </a:solidFill>
          <a:ln w="0" cap="flat">
            <a:noFill/>
            <a:prstDash val="solid"/>
            <a:miter/>
          </a:ln>
        </p:spPr>
        <p:txBody>
          <a:bodyPr rtlCol="0" anchor="ctr"/>
          <a:lstStyle/>
          <a:p>
            <a:pPr algn="ctr" defTabSz="1088449"/>
            <a:r>
              <a:rPr lang="en-US" sz="1200">
                <a:solidFill>
                  <a:srgbClr val="FFFFFF"/>
                </a:solidFill>
                <a:latin typeface="72 Brand"/>
              </a:rPr>
              <a:t>Indigo 10</a:t>
            </a:r>
            <a:br>
              <a:rPr lang="en-US" sz="1200">
                <a:solidFill>
                  <a:srgbClr val="FFFFFF"/>
                </a:solidFill>
                <a:latin typeface="72 Brand"/>
              </a:rPr>
            </a:br>
            <a:r>
              <a:rPr lang="en-US" sz="1200">
                <a:solidFill>
                  <a:srgbClr val="FFFFFF"/>
                </a:solidFill>
                <a:latin typeface="72 Brand"/>
              </a:rPr>
              <a:t>#1C0C6E</a:t>
            </a:r>
          </a:p>
        </p:txBody>
      </p:sp>
      <p:sp>
        <p:nvSpPr>
          <p:cNvPr id="56" name="Freeform 108">
            <a:extLst>
              <a:ext uri="{FF2B5EF4-FFF2-40B4-BE49-F238E27FC236}">
                <a16:creationId xmlns:a16="http://schemas.microsoft.com/office/drawing/2014/main" id="{FEBFCC16-A965-7C12-80D6-5D77FCCE96ED}"/>
              </a:ext>
            </a:extLst>
          </p:cNvPr>
          <p:cNvSpPr/>
          <p:nvPr userDrawn="1"/>
        </p:nvSpPr>
        <p:spPr>
          <a:xfrm>
            <a:off x="10050689"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0637"/>
          </a:solidFill>
          <a:ln w="0" cap="flat">
            <a:noFill/>
            <a:prstDash val="solid"/>
            <a:miter/>
          </a:ln>
        </p:spPr>
        <p:txBody>
          <a:bodyPr rtlCol="0" anchor="ctr"/>
          <a:lstStyle/>
          <a:p>
            <a:pPr algn="ctr" defTabSz="1088449"/>
            <a:r>
              <a:rPr lang="en-US" sz="1200">
                <a:solidFill>
                  <a:srgbClr val="FFFFFF"/>
                </a:solidFill>
                <a:latin typeface="72 Brand"/>
              </a:rPr>
              <a:t>Indigo 11</a:t>
            </a:r>
            <a:br>
              <a:rPr lang="en-US" sz="1200">
                <a:solidFill>
                  <a:srgbClr val="FFFFFF"/>
                </a:solidFill>
                <a:latin typeface="72 Brand"/>
              </a:rPr>
            </a:br>
            <a:r>
              <a:rPr lang="en-US" sz="1200">
                <a:solidFill>
                  <a:srgbClr val="FFFFFF"/>
                </a:solidFill>
                <a:latin typeface="72 Brand"/>
              </a:rPr>
              <a:t>#0E0637</a:t>
            </a:r>
          </a:p>
        </p:txBody>
      </p:sp>
      <p:sp>
        <p:nvSpPr>
          <p:cNvPr id="59" name="TextBox 58">
            <a:extLst>
              <a:ext uri="{FF2B5EF4-FFF2-40B4-BE49-F238E27FC236}">
                <a16:creationId xmlns:a16="http://schemas.microsoft.com/office/drawing/2014/main" id="{F07FA32D-3AB1-18F1-69D9-16F835A2D5D6}"/>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mn-lt"/>
              </a:rPr>
              <a:t>Delete this slide after reading</a:t>
            </a:r>
          </a:p>
        </p:txBody>
      </p:sp>
      <p:sp>
        <p:nvSpPr>
          <p:cNvPr id="3" name="TextBox 2">
            <a:extLst>
              <a:ext uri="{FF2B5EF4-FFF2-40B4-BE49-F238E27FC236}">
                <a16:creationId xmlns:a16="http://schemas.microsoft.com/office/drawing/2014/main" id="{DB80C01D-E3A8-4569-013D-D597865C884B}"/>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a:t>
            </a:r>
            <a:r>
              <a:rPr lang="en-GB" sz="2400" err="1">
                <a:latin typeface="72 Brand Medium" panose="020B0604030603020204" pitchFamily="34" charset="0"/>
              </a:rPr>
              <a:t>color</a:t>
            </a:r>
            <a:r>
              <a:rPr lang="en-GB" sz="2400">
                <a:latin typeface="72 Brand Medium" panose="020B0604030603020204" pitchFamily="34" charset="0"/>
              </a:rPr>
              <a:t> palette</a:t>
            </a:r>
          </a:p>
        </p:txBody>
      </p:sp>
    </p:spTree>
    <p:extLst>
      <p:ext uri="{BB962C8B-B14F-4D97-AF65-F5344CB8AC3E}">
        <p14:creationId xmlns:p14="http://schemas.microsoft.com/office/powerpoint/2010/main" val="1139716687"/>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gt;Copilot layout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8E908C"/>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a:t>
            </a:r>
            <a:r>
              <a:rPr lang="en-GB" sz="4400" b="0" i="1" noProof="0">
                <a:solidFill>
                  <a:schemeClr val="bg1"/>
                </a:solidFill>
                <a:latin typeface="+mj-lt"/>
              </a:rPr>
              <a:t>are MS Copilot ones</a:t>
            </a:r>
            <a:r>
              <a:rPr lang="en-GB" sz="4400" b="0" i="0" noProof="0">
                <a:solidFill>
                  <a:schemeClr val="bg1"/>
                </a:solidFill>
                <a:latin typeface="+mj-lt"/>
              </a:rPr>
              <a:t> – please </a:t>
            </a:r>
            <a:r>
              <a:rPr lang="en-GB" sz="4400" b="0" noProof="0">
                <a:solidFill>
                  <a:schemeClr val="bg1"/>
                </a:solidFill>
                <a:latin typeface="+mn-lt"/>
              </a:rPr>
              <a:t>do not use them. </a:t>
            </a:r>
            <a:br>
              <a:rPr lang="en-GB" sz="4400" b="0" noProof="0">
                <a:solidFill>
                  <a:schemeClr val="bg1"/>
                </a:solidFill>
                <a:latin typeface="+mn-lt"/>
              </a:rPr>
            </a:br>
            <a:r>
              <a:rPr lang="en-GB" sz="4400" b="0" noProof="0">
                <a:solidFill>
                  <a:schemeClr val="bg1"/>
                </a:solidFill>
                <a:latin typeface="+mn-lt"/>
              </a:rPr>
              <a:t>These layouts </a:t>
            </a:r>
            <a:r>
              <a:rPr lang="en-GB" sz="4400" b="0" i="0" u="none" noProof="0">
                <a:solidFill>
                  <a:schemeClr val="bg1"/>
                </a:solidFill>
                <a:latin typeface="72 Brand" panose="020B0504030603020204" pitchFamily="34" charset="0"/>
              </a:rPr>
              <a:t>are</a:t>
            </a:r>
            <a:r>
              <a:rPr lang="en-GB" sz="4400" b="0" i="0" u="none" noProof="0">
                <a:solidFill>
                  <a:schemeClr val="bg1"/>
                </a:solidFill>
                <a:latin typeface="+mj-lt"/>
              </a:rPr>
              <a:t> </a:t>
            </a:r>
            <a:r>
              <a:rPr lang="en-GB" sz="4400" b="0" i="1" u="sng" noProof="0">
                <a:solidFill>
                  <a:schemeClr val="bg1"/>
                </a:solidFill>
                <a:latin typeface="+mj-lt"/>
              </a:rPr>
              <a:t>not</a:t>
            </a:r>
            <a:r>
              <a:rPr lang="en-GB" sz="4400" b="0" i="0" u="none" noProof="0">
                <a:solidFill>
                  <a:schemeClr val="bg1"/>
                </a:solidFill>
                <a:latin typeface="+mj-lt"/>
              </a:rPr>
              <a:t> </a:t>
            </a:r>
            <a:r>
              <a:rPr lang="en-GB" sz="4400" b="0" noProof="0">
                <a:solidFill>
                  <a:schemeClr val="bg1"/>
                </a:solidFill>
                <a:latin typeface="+mn-lt"/>
              </a:rPr>
              <a:t>for manual use</a:t>
            </a:r>
            <a:br>
              <a:rPr lang="en-GB" sz="2800" b="0" noProof="0">
                <a:solidFill>
                  <a:schemeClr val="bg1"/>
                </a:solidFill>
                <a:latin typeface="+mn-lt"/>
              </a:rPr>
            </a:br>
            <a:br>
              <a:rPr lang="en-GB" sz="2800" b="0" noProof="0">
                <a:solidFill>
                  <a:schemeClr val="bg1"/>
                </a:solidFill>
                <a:latin typeface="+mn-lt"/>
              </a:rPr>
            </a:br>
            <a:endParaRPr lang="en-GB" sz="2800" b="0" noProof="0">
              <a:solidFill>
                <a:schemeClr val="bg1"/>
              </a:solidFill>
              <a:latin typeface="+mn-lt"/>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4" y="33252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5" y="3029169"/>
            <a:ext cx="10154990" cy="1569660"/>
          </a:xfrm>
          <a:prstGeom prst="rect">
            <a:avLst/>
          </a:prstGeom>
        </p:spPr>
        <p:txBody>
          <a:bodyPr wrap="square">
            <a:spAutoFit/>
          </a:bodyPr>
          <a:lstStyle/>
          <a:p>
            <a:pPr algn="ctr"/>
            <a:r>
              <a:rPr lang="en-GB" sz="9600" b="0" i="1" noProof="0">
                <a:solidFill>
                  <a:schemeClr val="bg1"/>
                </a:solidFill>
                <a:latin typeface="+mj-lt"/>
              </a:rPr>
              <a:t>Copilot layouts</a:t>
            </a:r>
            <a:endParaRPr lang="en-GB" sz="1800" b="0" i="1" noProof="0">
              <a:latin typeface="+mj-lt"/>
            </a:endParaRPr>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326" y="5186455"/>
            <a:ext cx="11359932" cy="92333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2000" b="0" noProof="0">
                <a:solidFill>
                  <a:schemeClr val="bg1"/>
                </a:solidFill>
                <a:latin typeface="+mn-lt"/>
              </a:rPr>
              <a:t>Due to MS Copilot functionality these layouts are placed in your template to be used ONLY in the Generative AI process. </a:t>
            </a:r>
            <a:br>
              <a:rPr lang="en-GB" sz="2000" b="0" noProof="0">
                <a:solidFill>
                  <a:schemeClr val="bg1"/>
                </a:solidFill>
                <a:latin typeface="+mn-lt"/>
              </a:rPr>
            </a:br>
            <a:endParaRPr lang="en-GB" sz="2000" b="0" noProof="0">
              <a:solidFill>
                <a:schemeClr val="bg1"/>
              </a:solidFill>
              <a:latin typeface="+mn-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August 18,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218704615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Photo">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12195175"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52355" y="1230008"/>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anchor="b" anchorCtr="0">
            <a:noAutofit/>
          </a:bodyPr>
          <a:lstStyle>
            <a:lvl1pPr>
              <a:lnSpc>
                <a:spcPct val="90000"/>
              </a:lnSpc>
              <a:defRPr sz="3600" b="0" i="0">
                <a:solidFill>
                  <a:schemeClr val="bg1"/>
                </a:solidFill>
                <a:latin typeface="+mj-lt"/>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710631167" name="LogoWhite-Dynamic" descr="{&quot;templafy&quot;:{&quot;id&quot;:&quot;2d45d7e3-c4fa-4a1c-a972-cc45db55533e&quot;}}"/>
          <p:cNvPicPr>
            <a:picLocks noChangeAspect="1"/>
          </p:cNvPicPr>
          <p:nvPr/>
        </p:nvPicPr>
        <p:blipFill>
          <a:blip r:embed="rId5"/>
          <a:stretch>
            <a:fillRect/>
          </a:stretch>
        </p:blipFill>
        <p:spPr>
          <a:xfrm>
            <a:off x="504000" y="504000"/>
            <a:ext cx="1303866" cy="360000"/>
          </a:xfrm>
          <a:prstGeom prst="rect">
            <a:avLst/>
          </a:prstGeom>
        </p:spPr>
      </p:pic>
      <p:sp>
        <p:nvSpPr>
          <p:cNvPr id="5" name="Subtitle 2">
            <a:extLst>
              <a:ext uri="{FF2B5EF4-FFF2-40B4-BE49-F238E27FC236}">
                <a16:creationId xmlns:a16="http://schemas.microsoft.com/office/drawing/2014/main" id="{170C7C75-B8E8-8263-D763-8DE1A07D604F}"/>
              </a:ext>
            </a:extLst>
          </p:cNvPr>
          <p:cNvSpPr>
            <a:spLocks noGrp="1"/>
          </p:cNvSpPr>
          <p:nvPr>
            <p:ph type="subTitle" idx="1"/>
          </p:nvPr>
        </p:nvSpPr>
        <p:spPr>
          <a:xfrm>
            <a:off x="504000" y="4267200"/>
            <a:ext cx="5471873"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066771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389">
          <p15:clr>
            <a:srgbClr val="FBAE40"/>
          </p15:clr>
        </p15:guide>
        <p15:guide id="3" orient="horz" pos="2688">
          <p15:clr>
            <a:srgbClr val="FBAE40"/>
          </p15:clr>
        </p15:guide>
        <p15:guide id="4" orient="horz" pos="2334">
          <p15:clr>
            <a:srgbClr val="FBAE40"/>
          </p15:clr>
        </p15:guide>
        <p15:guide id="5" orient="horz" pos="299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1B90FF"/>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CB99639-CA6D-C021-C2BB-8FB93A08B673}"/>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0070F2"/>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2004101791" name="LogoWhite-Dynamic" descr="{&quot;templafy&quot;:{&quot;id&quot;:&quot;36711956-6717-471b-b4ab-55dffec35cb3&quot;}}"/>
          <p:cNvPicPr>
            <a:picLocks noChangeAspect="1"/>
          </p:cNvPicPr>
          <p:nvPr/>
        </p:nvPicPr>
        <p:blipFill>
          <a:blip r:embed="rId2"/>
          <a:stretch>
            <a:fillRect/>
          </a:stretch>
        </p:blipFill>
        <p:spPr>
          <a:xfrm>
            <a:off x="504000" y="504000"/>
            <a:ext cx="1303866" cy="360000"/>
          </a:xfrm>
          <a:prstGeom prst="rect">
            <a:avLst/>
          </a:prstGeom>
        </p:spPr>
      </p:pic>
      <p:sp>
        <p:nvSpPr>
          <p:cNvPr id="4" name="Title"/>
          <p:cNvSpPr>
            <a:spLocks noGrp="1"/>
          </p:cNvSpPr>
          <p:nvPr>
            <p:ph type="title" hasCustomPrompt="1"/>
          </p:nvPr>
        </p:nvSpPr>
        <p:spPr>
          <a:xfrm>
            <a:off x="504000" y="2706317"/>
            <a:ext cx="6418067"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0070F2"/>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2" name="Subtitle 2">
            <a:extLst>
              <a:ext uri="{FF2B5EF4-FFF2-40B4-BE49-F238E27FC236}">
                <a16:creationId xmlns:a16="http://schemas.microsoft.com/office/drawing/2014/main" id="{3F8C5CA6-1B07-0B13-95CA-1433F380A598}"/>
              </a:ext>
            </a:extLst>
          </p:cNvPr>
          <p:cNvSpPr>
            <a:spLocks noGrp="1"/>
          </p:cNvSpPr>
          <p:nvPr>
            <p:ph type="subTitle" idx="1"/>
          </p:nvPr>
        </p:nvSpPr>
        <p:spPr>
          <a:xfrm>
            <a:off x="504000" y="4267200"/>
            <a:ext cx="5503449"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72829240"/>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
        <p:nvSpPr>
          <p:cNvPr id="5" name="Content Placeholder 4">
            <a:extLst>
              <a:ext uri="{FF2B5EF4-FFF2-40B4-BE49-F238E27FC236}">
                <a16:creationId xmlns:a16="http://schemas.microsoft.com/office/drawing/2014/main" id="{7FA2F6B6-06DC-4EF7-2D70-B673B7F346CE}"/>
              </a:ext>
            </a:extLst>
          </p:cNvPr>
          <p:cNvSpPr>
            <a:spLocks noGrp="1"/>
          </p:cNvSpPr>
          <p:nvPr>
            <p:ph sz="quarter" idx="10"/>
          </p:nvPr>
        </p:nvSpPr>
        <p:spPr>
          <a:xfrm>
            <a:off x="503238" y="1543050"/>
            <a:ext cx="11187112"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1787206252"/>
      </p:ext>
    </p:extLst>
  </p:cSld>
  <p:clrMapOvr>
    <a:masterClrMapping/>
  </p:clrMapOvr>
  <p:extLst>
    <p:ext uri="{DCECCB84-F9BA-43D5-87BE-67443E8EF086}">
      <p15:sldGuideLst xmlns:p15="http://schemas.microsoft.com/office/powerpoint/2012/main">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
        <p:nvSpPr>
          <p:cNvPr id="6" name="Content Placeholder 5">
            <a:extLst>
              <a:ext uri="{FF2B5EF4-FFF2-40B4-BE49-F238E27FC236}">
                <a16:creationId xmlns:a16="http://schemas.microsoft.com/office/drawing/2014/main" id="{38C0164F-A425-DAFF-4F8D-CCD2435E155C}"/>
              </a:ext>
            </a:extLst>
          </p:cNvPr>
          <p:cNvSpPr>
            <a:spLocks noGrp="1"/>
          </p:cNvSpPr>
          <p:nvPr>
            <p:ph sz="quarter" idx="10"/>
          </p:nvPr>
        </p:nvSpPr>
        <p:spPr>
          <a:xfrm>
            <a:off x="503239"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8" name="Content Placeholder 7">
            <a:extLst>
              <a:ext uri="{FF2B5EF4-FFF2-40B4-BE49-F238E27FC236}">
                <a16:creationId xmlns:a16="http://schemas.microsoft.com/office/drawing/2014/main" id="{03021143-2BA7-B3E8-AD6C-9FD4302A49EA}"/>
              </a:ext>
            </a:extLst>
          </p:cNvPr>
          <p:cNvSpPr>
            <a:spLocks noGrp="1"/>
          </p:cNvSpPr>
          <p:nvPr>
            <p:ph sz="quarter" idx="11"/>
          </p:nvPr>
        </p:nvSpPr>
        <p:spPr>
          <a:xfrm>
            <a:off x="6223000"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1561187786"/>
      </p:ext>
    </p:extLst>
  </p:cSld>
  <p:clrMapOvr>
    <a:masterClrMapping/>
  </p:clrMapOvr>
  <p:extLst>
    <p:ext uri="{DCECCB84-F9BA-43D5-87BE-67443E8EF086}">
      <p15:sldGuideLst xmlns:p15="http://schemas.microsoft.com/office/powerpoint/2012/main">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
        <p:nvSpPr>
          <p:cNvPr id="4" name="Content Placeholder 3">
            <a:extLst>
              <a:ext uri="{FF2B5EF4-FFF2-40B4-BE49-F238E27FC236}">
                <a16:creationId xmlns:a16="http://schemas.microsoft.com/office/drawing/2014/main" id="{FAE487FD-3B81-5414-D8EE-7961A987577D}"/>
              </a:ext>
            </a:extLst>
          </p:cNvPr>
          <p:cNvSpPr>
            <a:spLocks noGrp="1"/>
          </p:cNvSpPr>
          <p:nvPr>
            <p:ph sz="quarter" idx="11"/>
          </p:nvPr>
        </p:nvSpPr>
        <p:spPr>
          <a:xfrm>
            <a:off x="503238" y="1543050"/>
            <a:ext cx="7372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2236826512"/>
      </p:ext>
    </p:extLst>
  </p:cSld>
  <p:clrMapOvr>
    <a:masterClrMapping/>
  </p:clrMapOvr>
  <p:extLst>
    <p:ext uri="{DCECCB84-F9BA-43D5-87BE-67443E8EF086}">
      <p15:sldGuideLst xmlns:p15="http://schemas.microsoft.com/office/powerpoint/2012/main">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
        <p:nvSpPr>
          <p:cNvPr id="6" name="Content Placeholder 5">
            <a:extLst>
              <a:ext uri="{FF2B5EF4-FFF2-40B4-BE49-F238E27FC236}">
                <a16:creationId xmlns:a16="http://schemas.microsoft.com/office/drawing/2014/main" id="{98772F2B-0434-6AC5-5E2E-E10ABDD1A745}"/>
              </a:ext>
            </a:extLst>
          </p:cNvPr>
          <p:cNvSpPr>
            <a:spLocks noGrp="1"/>
          </p:cNvSpPr>
          <p:nvPr>
            <p:ph sz="quarter" idx="14"/>
          </p:nvPr>
        </p:nvSpPr>
        <p:spPr>
          <a:xfrm>
            <a:off x="503237" y="1543050"/>
            <a:ext cx="5464175" cy="4810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2338997021"/>
      </p:ext>
    </p:extLst>
  </p:cSld>
  <p:clrMapOvr>
    <a:masterClrMapping/>
  </p:clrMapOvr>
  <p:extLst>
    <p:ext uri="{DCECCB84-F9BA-43D5-87BE-67443E8EF086}">
      <p15:sldGuideLst xmlns:p15="http://schemas.microsoft.com/office/powerpoint/2012/main">
        <p15:guide id="2" orient="horz" pos="972">
          <p15:clr>
            <a:srgbClr val="FBAE40"/>
          </p15:clr>
        </p15:guide>
        <p15:guide id="6" orient="horz" pos="317">
          <p15:clr>
            <a:srgbClr val="FBAE40"/>
          </p15:clr>
        </p15:guide>
        <p15:guide id="7" orient="horz" pos="55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gt;DO NOT USE&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EE3939"/>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785378"/>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one belong </a:t>
            </a:r>
            <a:br>
              <a:rPr lang="en-GB" sz="4400" b="0" noProof="0">
                <a:solidFill>
                  <a:schemeClr val="bg1"/>
                </a:solidFill>
                <a:latin typeface="+mj-lt"/>
              </a:rPr>
            </a:br>
            <a:r>
              <a:rPr lang="en-GB" sz="4400" b="0" noProof="0">
                <a:solidFill>
                  <a:schemeClr val="bg1"/>
                </a:solidFill>
                <a:latin typeface="+mj-lt"/>
              </a:rPr>
              <a:t>to templates other than the officially distributed SAP PowerPoint template.</a:t>
            </a:r>
          </a:p>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n-lt"/>
              </a:rPr>
              <a:t>Please do not use them.</a:t>
            </a:r>
            <a:endParaRPr lang="en-GB" sz="2800" b="0" noProof="0">
              <a:solidFill>
                <a:schemeClr val="bg1"/>
              </a:solidFill>
              <a:latin typeface="72 Brand" panose="020B0504030603020204" pitchFamily="34" charset="0"/>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3" y="46613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4" y="4365269"/>
            <a:ext cx="10154990" cy="1569660"/>
          </a:xfrm>
          <a:prstGeom prst="rect">
            <a:avLst/>
          </a:prstGeom>
        </p:spPr>
        <p:txBody>
          <a:bodyPr wrap="square">
            <a:spAutoFit/>
          </a:bodyPr>
          <a:lstStyle/>
          <a:p>
            <a:pPr algn="ctr"/>
            <a:r>
              <a:rPr lang="en-GB" sz="9600" b="1" i="1" noProof="0">
                <a:solidFill>
                  <a:schemeClr val="bg1"/>
                </a:solidFill>
                <a:latin typeface="+mj-lt"/>
              </a:rPr>
              <a:t>Other layouts</a:t>
            </a:r>
            <a:endParaRPr lang="en-GB" sz="1800" b="1" i="1" noProof="0">
              <a:latin typeface="+mj-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August 18,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3724447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7" Type="http://schemas.openxmlformats.org/officeDocument/2006/relationships/tags" Target="../tags/tag71.xml"/><Relationship Id="rId21" Type="http://schemas.openxmlformats.org/officeDocument/2006/relationships/slideLayout" Target="../slideLayouts/slideLayout47.xml"/><Relationship Id="rId42" Type="http://schemas.openxmlformats.org/officeDocument/2006/relationships/slideLayout" Target="../slideLayouts/slideLayout68.xml"/><Relationship Id="rId63" Type="http://schemas.openxmlformats.org/officeDocument/2006/relationships/tags" Target="../tags/tag17.xml"/><Relationship Id="rId84" Type="http://schemas.openxmlformats.org/officeDocument/2006/relationships/tags" Target="../tags/tag38.xml"/><Relationship Id="rId138" Type="http://schemas.openxmlformats.org/officeDocument/2006/relationships/tags" Target="../tags/tag92.xml"/><Relationship Id="rId159" Type="http://schemas.openxmlformats.org/officeDocument/2006/relationships/tags" Target="../tags/tag113.xml"/><Relationship Id="rId107" Type="http://schemas.openxmlformats.org/officeDocument/2006/relationships/tags" Target="../tags/tag61.xml"/><Relationship Id="rId11" Type="http://schemas.openxmlformats.org/officeDocument/2006/relationships/slideLayout" Target="../slideLayouts/slideLayout37.xml"/><Relationship Id="rId32" Type="http://schemas.openxmlformats.org/officeDocument/2006/relationships/slideLayout" Target="../slideLayouts/slideLayout58.xml"/><Relationship Id="rId53" Type="http://schemas.openxmlformats.org/officeDocument/2006/relationships/tags" Target="../tags/tag7.xml"/><Relationship Id="rId74" Type="http://schemas.openxmlformats.org/officeDocument/2006/relationships/tags" Target="../tags/tag28.xml"/><Relationship Id="rId128" Type="http://schemas.openxmlformats.org/officeDocument/2006/relationships/tags" Target="../tags/tag82.xml"/><Relationship Id="rId149" Type="http://schemas.openxmlformats.org/officeDocument/2006/relationships/tags" Target="../tags/tag103.xml"/><Relationship Id="rId5" Type="http://schemas.openxmlformats.org/officeDocument/2006/relationships/slideLayout" Target="../slideLayouts/slideLayout31.xml"/><Relationship Id="rId95" Type="http://schemas.openxmlformats.org/officeDocument/2006/relationships/tags" Target="../tags/tag49.xml"/><Relationship Id="rId160" Type="http://schemas.openxmlformats.org/officeDocument/2006/relationships/tags" Target="../tags/tag114.xml"/><Relationship Id="rId22" Type="http://schemas.openxmlformats.org/officeDocument/2006/relationships/slideLayout" Target="../slideLayouts/slideLayout48.xml"/><Relationship Id="rId43" Type="http://schemas.openxmlformats.org/officeDocument/2006/relationships/slideLayout" Target="../slideLayouts/slideLayout69.xml"/><Relationship Id="rId64" Type="http://schemas.openxmlformats.org/officeDocument/2006/relationships/tags" Target="../tags/tag18.xml"/><Relationship Id="rId118" Type="http://schemas.openxmlformats.org/officeDocument/2006/relationships/tags" Target="../tags/tag72.xml"/><Relationship Id="rId139" Type="http://schemas.openxmlformats.org/officeDocument/2006/relationships/tags" Target="../tags/tag93.xml"/><Relationship Id="rId85" Type="http://schemas.openxmlformats.org/officeDocument/2006/relationships/tags" Target="../tags/tag39.xml"/><Relationship Id="rId150" Type="http://schemas.openxmlformats.org/officeDocument/2006/relationships/tags" Target="../tags/tag104.xml"/><Relationship Id="rId12" Type="http://schemas.openxmlformats.org/officeDocument/2006/relationships/slideLayout" Target="../slideLayouts/slideLayout38.xml"/><Relationship Id="rId33" Type="http://schemas.openxmlformats.org/officeDocument/2006/relationships/slideLayout" Target="../slideLayouts/slideLayout59.xml"/><Relationship Id="rId108" Type="http://schemas.openxmlformats.org/officeDocument/2006/relationships/tags" Target="../tags/tag62.xml"/><Relationship Id="rId129" Type="http://schemas.openxmlformats.org/officeDocument/2006/relationships/tags" Target="../tags/tag83.xml"/><Relationship Id="rId54" Type="http://schemas.openxmlformats.org/officeDocument/2006/relationships/tags" Target="../tags/tag8.xml"/><Relationship Id="rId70" Type="http://schemas.openxmlformats.org/officeDocument/2006/relationships/tags" Target="../tags/tag24.xml"/><Relationship Id="rId75" Type="http://schemas.openxmlformats.org/officeDocument/2006/relationships/tags" Target="../tags/tag29.xml"/><Relationship Id="rId91" Type="http://schemas.openxmlformats.org/officeDocument/2006/relationships/tags" Target="../tags/tag45.xml"/><Relationship Id="rId96" Type="http://schemas.openxmlformats.org/officeDocument/2006/relationships/tags" Target="../tags/tag50.xml"/><Relationship Id="rId140" Type="http://schemas.openxmlformats.org/officeDocument/2006/relationships/tags" Target="../tags/tag94.xml"/><Relationship Id="rId145" Type="http://schemas.openxmlformats.org/officeDocument/2006/relationships/tags" Target="../tags/tag99.xml"/><Relationship Id="rId161" Type="http://schemas.openxmlformats.org/officeDocument/2006/relationships/tags" Target="../tags/tag115.xml"/><Relationship Id="rId166" Type="http://schemas.openxmlformats.org/officeDocument/2006/relationships/tags" Target="../tags/tag120.xml"/><Relationship Id="rId1" Type="http://schemas.openxmlformats.org/officeDocument/2006/relationships/slideLayout" Target="../slideLayouts/slideLayout27.xml"/><Relationship Id="rId6" Type="http://schemas.openxmlformats.org/officeDocument/2006/relationships/slideLayout" Target="../slideLayouts/slideLayout32.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49" Type="http://schemas.openxmlformats.org/officeDocument/2006/relationships/tags" Target="../tags/tag3.xml"/><Relationship Id="rId114" Type="http://schemas.openxmlformats.org/officeDocument/2006/relationships/tags" Target="../tags/tag68.xml"/><Relationship Id="rId119" Type="http://schemas.openxmlformats.org/officeDocument/2006/relationships/tags" Target="../tags/tag73.xml"/><Relationship Id="rId44" Type="http://schemas.openxmlformats.org/officeDocument/2006/relationships/slideLayout" Target="../slideLayouts/slideLayout70.xml"/><Relationship Id="rId60" Type="http://schemas.openxmlformats.org/officeDocument/2006/relationships/tags" Target="../tags/tag14.xml"/><Relationship Id="rId65" Type="http://schemas.openxmlformats.org/officeDocument/2006/relationships/tags" Target="../tags/tag19.xml"/><Relationship Id="rId81" Type="http://schemas.openxmlformats.org/officeDocument/2006/relationships/tags" Target="../tags/tag35.xml"/><Relationship Id="rId86" Type="http://schemas.openxmlformats.org/officeDocument/2006/relationships/tags" Target="../tags/tag40.xml"/><Relationship Id="rId130" Type="http://schemas.openxmlformats.org/officeDocument/2006/relationships/tags" Target="../tags/tag84.xml"/><Relationship Id="rId135" Type="http://schemas.openxmlformats.org/officeDocument/2006/relationships/tags" Target="../tags/tag89.xml"/><Relationship Id="rId151" Type="http://schemas.openxmlformats.org/officeDocument/2006/relationships/tags" Target="../tags/tag105.xml"/><Relationship Id="rId156" Type="http://schemas.openxmlformats.org/officeDocument/2006/relationships/tags" Target="../tags/tag110.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9" Type="http://schemas.openxmlformats.org/officeDocument/2006/relationships/slideLayout" Target="../slideLayouts/slideLayout65.xml"/><Relationship Id="rId109" Type="http://schemas.openxmlformats.org/officeDocument/2006/relationships/tags" Target="../tags/tag63.xml"/><Relationship Id="rId34" Type="http://schemas.openxmlformats.org/officeDocument/2006/relationships/slideLayout" Target="../slideLayouts/slideLayout60.xml"/><Relationship Id="rId50" Type="http://schemas.openxmlformats.org/officeDocument/2006/relationships/tags" Target="../tags/tag4.xml"/><Relationship Id="rId55" Type="http://schemas.openxmlformats.org/officeDocument/2006/relationships/tags" Target="../tags/tag9.xml"/><Relationship Id="rId76" Type="http://schemas.openxmlformats.org/officeDocument/2006/relationships/tags" Target="../tags/tag30.xml"/><Relationship Id="rId97" Type="http://schemas.openxmlformats.org/officeDocument/2006/relationships/tags" Target="../tags/tag51.xml"/><Relationship Id="rId104" Type="http://schemas.openxmlformats.org/officeDocument/2006/relationships/tags" Target="../tags/tag58.xml"/><Relationship Id="rId120" Type="http://schemas.openxmlformats.org/officeDocument/2006/relationships/tags" Target="../tags/tag74.xml"/><Relationship Id="rId125" Type="http://schemas.openxmlformats.org/officeDocument/2006/relationships/tags" Target="../tags/tag79.xml"/><Relationship Id="rId141" Type="http://schemas.openxmlformats.org/officeDocument/2006/relationships/tags" Target="../tags/tag95.xml"/><Relationship Id="rId146" Type="http://schemas.openxmlformats.org/officeDocument/2006/relationships/tags" Target="../tags/tag100.xml"/><Relationship Id="rId167" Type="http://schemas.openxmlformats.org/officeDocument/2006/relationships/tags" Target="../tags/tag121.xml"/><Relationship Id="rId7" Type="http://schemas.openxmlformats.org/officeDocument/2006/relationships/slideLayout" Target="../slideLayouts/slideLayout33.xml"/><Relationship Id="rId71" Type="http://schemas.openxmlformats.org/officeDocument/2006/relationships/tags" Target="../tags/tag25.xml"/><Relationship Id="rId92" Type="http://schemas.openxmlformats.org/officeDocument/2006/relationships/tags" Target="../tags/tag46.xml"/><Relationship Id="rId162" Type="http://schemas.openxmlformats.org/officeDocument/2006/relationships/tags" Target="../tags/tag116.xml"/><Relationship Id="rId2" Type="http://schemas.openxmlformats.org/officeDocument/2006/relationships/slideLayout" Target="../slideLayouts/slideLayout28.xml"/><Relationship Id="rId29" Type="http://schemas.openxmlformats.org/officeDocument/2006/relationships/slideLayout" Target="../slideLayouts/slideLayout55.xml"/><Relationship Id="rId24" Type="http://schemas.openxmlformats.org/officeDocument/2006/relationships/slideLayout" Target="../slideLayouts/slideLayout50.xml"/><Relationship Id="rId40" Type="http://schemas.openxmlformats.org/officeDocument/2006/relationships/slideLayout" Target="../slideLayouts/slideLayout66.xml"/><Relationship Id="rId45" Type="http://schemas.openxmlformats.org/officeDocument/2006/relationships/slideLayout" Target="../slideLayouts/slideLayout71.xml"/><Relationship Id="rId66" Type="http://schemas.openxmlformats.org/officeDocument/2006/relationships/tags" Target="../tags/tag20.xml"/><Relationship Id="rId87" Type="http://schemas.openxmlformats.org/officeDocument/2006/relationships/tags" Target="../tags/tag41.xml"/><Relationship Id="rId110" Type="http://schemas.openxmlformats.org/officeDocument/2006/relationships/tags" Target="../tags/tag64.xml"/><Relationship Id="rId115" Type="http://schemas.openxmlformats.org/officeDocument/2006/relationships/tags" Target="../tags/tag69.xml"/><Relationship Id="rId131" Type="http://schemas.openxmlformats.org/officeDocument/2006/relationships/tags" Target="../tags/tag85.xml"/><Relationship Id="rId136" Type="http://schemas.openxmlformats.org/officeDocument/2006/relationships/tags" Target="../tags/tag90.xml"/><Relationship Id="rId157" Type="http://schemas.openxmlformats.org/officeDocument/2006/relationships/tags" Target="../tags/tag111.xml"/><Relationship Id="rId61" Type="http://schemas.openxmlformats.org/officeDocument/2006/relationships/tags" Target="../tags/tag15.xml"/><Relationship Id="rId82" Type="http://schemas.openxmlformats.org/officeDocument/2006/relationships/tags" Target="../tags/tag36.xml"/><Relationship Id="rId152" Type="http://schemas.openxmlformats.org/officeDocument/2006/relationships/tags" Target="../tags/tag106.xml"/><Relationship Id="rId19" Type="http://schemas.openxmlformats.org/officeDocument/2006/relationships/slideLayout" Target="../slideLayouts/slideLayout45.xml"/><Relationship Id="rId14" Type="http://schemas.openxmlformats.org/officeDocument/2006/relationships/slideLayout" Target="../slideLayouts/slideLayout40.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56" Type="http://schemas.openxmlformats.org/officeDocument/2006/relationships/tags" Target="../tags/tag10.xml"/><Relationship Id="rId77" Type="http://schemas.openxmlformats.org/officeDocument/2006/relationships/tags" Target="../tags/tag31.xml"/><Relationship Id="rId100" Type="http://schemas.openxmlformats.org/officeDocument/2006/relationships/tags" Target="../tags/tag54.xml"/><Relationship Id="rId105" Type="http://schemas.openxmlformats.org/officeDocument/2006/relationships/tags" Target="../tags/tag59.xml"/><Relationship Id="rId126" Type="http://schemas.openxmlformats.org/officeDocument/2006/relationships/tags" Target="../tags/tag80.xml"/><Relationship Id="rId147" Type="http://schemas.openxmlformats.org/officeDocument/2006/relationships/tags" Target="../tags/tag101.xml"/><Relationship Id="rId168" Type="http://schemas.openxmlformats.org/officeDocument/2006/relationships/tags" Target="../tags/tag122.xml"/><Relationship Id="rId8" Type="http://schemas.openxmlformats.org/officeDocument/2006/relationships/slideLayout" Target="../slideLayouts/slideLayout34.xml"/><Relationship Id="rId51" Type="http://schemas.openxmlformats.org/officeDocument/2006/relationships/tags" Target="../tags/tag5.xml"/><Relationship Id="rId72" Type="http://schemas.openxmlformats.org/officeDocument/2006/relationships/tags" Target="../tags/tag26.xml"/><Relationship Id="rId93" Type="http://schemas.openxmlformats.org/officeDocument/2006/relationships/tags" Target="../tags/tag47.xml"/><Relationship Id="rId98" Type="http://schemas.openxmlformats.org/officeDocument/2006/relationships/tags" Target="../tags/tag52.xml"/><Relationship Id="rId121" Type="http://schemas.openxmlformats.org/officeDocument/2006/relationships/tags" Target="../tags/tag75.xml"/><Relationship Id="rId142" Type="http://schemas.openxmlformats.org/officeDocument/2006/relationships/tags" Target="../tags/tag96.xml"/><Relationship Id="rId163" Type="http://schemas.openxmlformats.org/officeDocument/2006/relationships/tags" Target="../tags/tag117.xml"/><Relationship Id="rId3" Type="http://schemas.openxmlformats.org/officeDocument/2006/relationships/slideLayout" Target="../slideLayouts/slideLayout29.xml"/><Relationship Id="rId25" Type="http://schemas.openxmlformats.org/officeDocument/2006/relationships/slideLayout" Target="../slideLayouts/slideLayout51.xml"/><Relationship Id="rId46" Type="http://schemas.openxmlformats.org/officeDocument/2006/relationships/theme" Target="../theme/theme3.xml"/><Relationship Id="rId67" Type="http://schemas.openxmlformats.org/officeDocument/2006/relationships/tags" Target="../tags/tag21.xml"/><Relationship Id="rId116" Type="http://schemas.openxmlformats.org/officeDocument/2006/relationships/tags" Target="../tags/tag70.xml"/><Relationship Id="rId137" Type="http://schemas.openxmlformats.org/officeDocument/2006/relationships/tags" Target="../tags/tag91.xml"/><Relationship Id="rId158" Type="http://schemas.openxmlformats.org/officeDocument/2006/relationships/tags" Target="../tags/tag112.xml"/><Relationship Id="rId20" Type="http://schemas.openxmlformats.org/officeDocument/2006/relationships/slideLayout" Target="../slideLayouts/slideLayout46.xml"/><Relationship Id="rId41" Type="http://schemas.openxmlformats.org/officeDocument/2006/relationships/slideLayout" Target="../slideLayouts/slideLayout67.xml"/><Relationship Id="rId62" Type="http://schemas.openxmlformats.org/officeDocument/2006/relationships/tags" Target="../tags/tag16.xml"/><Relationship Id="rId83" Type="http://schemas.openxmlformats.org/officeDocument/2006/relationships/tags" Target="../tags/tag37.xml"/><Relationship Id="rId88" Type="http://schemas.openxmlformats.org/officeDocument/2006/relationships/tags" Target="../tags/tag42.xml"/><Relationship Id="rId111" Type="http://schemas.openxmlformats.org/officeDocument/2006/relationships/tags" Target="../tags/tag65.xml"/><Relationship Id="rId132" Type="http://schemas.openxmlformats.org/officeDocument/2006/relationships/tags" Target="../tags/tag86.xml"/><Relationship Id="rId153" Type="http://schemas.openxmlformats.org/officeDocument/2006/relationships/tags" Target="../tags/tag107.xml"/><Relationship Id="rId15" Type="http://schemas.openxmlformats.org/officeDocument/2006/relationships/slideLayout" Target="../slideLayouts/slideLayout41.xml"/><Relationship Id="rId36" Type="http://schemas.openxmlformats.org/officeDocument/2006/relationships/slideLayout" Target="../slideLayouts/slideLayout62.xml"/><Relationship Id="rId57" Type="http://schemas.openxmlformats.org/officeDocument/2006/relationships/tags" Target="../tags/tag11.xml"/><Relationship Id="rId106" Type="http://schemas.openxmlformats.org/officeDocument/2006/relationships/tags" Target="../tags/tag60.xml"/><Relationship Id="rId127" Type="http://schemas.openxmlformats.org/officeDocument/2006/relationships/tags" Target="../tags/tag81.xml"/><Relationship Id="rId10" Type="http://schemas.openxmlformats.org/officeDocument/2006/relationships/slideLayout" Target="../slideLayouts/slideLayout36.xml"/><Relationship Id="rId31" Type="http://schemas.openxmlformats.org/officeDocument/2006/relationships/slideLayout" Target="../slideLayouts/slideLayout57.xml"/><Relationship Id="rId52" Type="http://schemas.openxmlformats.org/officeDocument/2006/relationships/tags" Target="../tags/tag6.xml"/><Relationship Id="rId73" Type="http://schemas.openxmlformats.org/officeDocument/2006/relationships/tags" Target="../tags/tag27.xml"/><Relationship Id="rId78" Type="http://schemas.openxmlformats.org/officeDocument/2006/relationships/tags" Target="../tags/tag32.xml"/><Relationship Id="rId94" Type="http://schemas.openxmlformats.org/officeDocument/2006/relationships/tags" Target="../tags/tag48.xml"/><Relationship Id="rId99" Type="http://schemas.openxmlformats.org/officeDocument/2006/relationships/tags" Target="../tags/tag53.xml"/><Relationship Id="rId101" Type="http://schemas.openxmlformats.org/officeDocument/2006/relationships/tags" Target="../tags/tag55.xml"/><Relationship Id="rId122" Type="http://schemas.openxmlformats.org/officeDocument/2006/relationships/tags" Target="../tags/tag76.xml"/><Relationship Id="rId143" Type="http://schemas.openxmlformats.org/officeDocument/2006/relationships/tags" Target="../tags/tag97.xml"/><Relationship Id="rId148" Type="http://schemas.openxmlformats.org/officeDocument/2006/relationships/tags" Target="../tags/tag102.xml"/><Relationship Id="rId164" Type="http://schemas.openxmlformats.org/officeDocument/2006/relationships/tags" Target="../tags/tag118.xml"/><Relationship Id="rId169" Type="http://schemas.openxmlformats.org/officeDocument/2006/relationships/tags" Target="../tags/tag123.xml"/><Relationship Id="rId4" Type="http://schemas.openxmlformats.org/officeDocument/2006/relationships/slideLayout" Target="../slideLayouts/slideLayout30.xml"/><Relationship Id="rId9" Type="http://schemas.openxmlformats.org/officeDocument/2006/relationships/slideLayout" Target="../slideLayouts/slideLayout35.xml"/><Relationship Id="rId26" Type="http://schemas.openxmlformats.org/officeDocument/2006/relationships/slideLayout" Target="../slideLayouts/slideLayout52.xml"/><Relationship Id="rId47" Type="http://schemas.openxmlformats.org/officeDocument/2006/relationships/tags" Target="../tags/tag1.xml"/><Relationship Id="rId68" Type="http://schemas.openxmlformats.org/officeDocument/2006/relationships/tags" Target="../tags/tag22.xml"/><Relationship Id="rId89" Type="http://schemas.openxmlformats.org/officeDocument/2006/relationships/tags" Target="../tags/tag43.xml"/><Relationship Id="rId112" Type="http://schemas.openxmlformats.org/officeDocument/2006/relationships/tags" Target="../tags/tag66.xml"/><Relationship Id="rId133" Type="http://schemas.openxmlformats.org/officeDocument/2006/relationships/tags" Target="../tags/tag87.xml"/><Relationship Id="rId154" Type="http://schemas.openxmlformats.org/officeDocument/2006/relationships/tags" Target="../tags/tag108.xml"/><Relationship Id="rId16" Type="http://schemas.openxmlformats.org/officeDocument/2006/relationships/slideLayout" Target="../slideLayouts/slideLayout42.xml"/><Relationship Id="rId37" Type="http://schemas.openxmlformats.org/officeDocument/2006/relationships/slideLayout" Target="../slideLayouts/slideLayout63.xml"/><Relationship Id="rId58" Type="http://schemas.openxmlformats.org/officeDocument/2006/relationships/tags" Target="../tags/tag12.xml"/><Relationship Id="rId79" Type="http://schemas.openxmlformats.org/officeDocument/2006/relationships/tags" Target="../tags/tag33.xml"/><Relationship Id="rId102" Type="http://schemas.openxmlformats.org/officeDocument/2006/relationships/tags" Target="../tags/tag56.xml"/><Relationship Id="rId123" Type="http://schemas.openxmlformats.org/officeDocument/2006/relationships/tags" Target="../tags/tag77.xml"/><Relationship Id="rId144" Type="http://schemas.openxmlformats.org/officeDocument/2006/relationships/tags" Target="../tags/tag98.xml"/><Relationship Id="rId90" Type="http://schemas.openxmlformats.org/officeDocument/2006/relationships/tags" Target="../tags/tag44.xml"/><Relationship Id="rId165" Type="http://schemas.openxmlformats.org/officeDocument/2006/relationships/tags" Target="../tags/tag119.xml"/><Relationship Id="rId27" Type="http://schemas.openxmlformats.org/officeDocument/2006/relationships/slideLayout" Target="../slideLayouts/slideLayout53.xml"/><Relationship Id="rId48" Type="http://schemas.openxmlformats.org/officeDocument/2006/relationships/tags" Target="../tags/tag2.xml"/><Relationship Id="rId69" Type="http://schemas.openxmlformats.org/officeDocument/2006/relationships/tags" Target="../tags/tag23.xml"/><Relationship Id="rId113" Type="http://schemas.openxmlformats.org/officeDocument/2006/relationships/tags" Target="../tags/tag67.xml"/><Relationship Id="rId134" Type="http://schemas.openxmlformats.org/officeDocument/2006/relationships/tags" Target="../tags/tag88.xml"/><Relationship Id="rId80" Type="http://schemas.openxmlformats.org/officeDocument/2006/relationships/tags" Target="../tags/tag34.xml"/><Relationship Id="rId155" Type="http://schemas.openxmlformats.org/officeDocument/2006/relationships/tags" Target="../tags/tag109.xml"/><Relationship Id="rId17" Type="http://schemas.openxmlformats.org/officeDocument/2006/relationships/slideLayout" Target="../slideLayouts/slideLayout43.xml"/><Relationship Id="rId38" Type="http://schemas.openxmlformats.org/officeDocument/2006/relationships/slideLayout" Target="../slideLayouts/slideLayout64.xml"/><Relationship Id="rId59" Type="http://schemas.openxmlformats.org/officeDocument/2006/relationships/tags" Target="../tags/tag13.xml"/><Relationship Id="rId103" Type="http://schemas.openxmlformats.org/officeDocument/2006/relationships/tags" Target="../tags/tag57.xml"/><Relationship Id="rId124" Type="http://schemas.openxmlformats.org/officeDocument/2006/relationships/tags" Target="../tags/tag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a:p>
        </p:txBody>
      </p:sp>
      <p:sp>
        <p:nvSpPr>
          <p:cNvPr id="11" name="Classification"/>
          <p:cNvSpPr txBox="1"/>
          <p:nvPr userDrawn="1"/>
        </p:nvSpPr>
        <p:spPr bwMode="black">
          <a:xfrm>
            <a:off x="2814655" y="6559834"/>
            <a:ext cx="564257"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CONFIDENTIAL</a:t>
            </a: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a:solidFill>
                  <a:schemeClr val="tx1"/>
                </a:solidFill>
              </a:rPr>
              <a:t>2026 SAP SE or an SAP affiliate company. All rights reserved.  </a:t>
            </a:r>
            <a:r>
              <a:rPr kumimoji="0" lang="en-US" sz="600" b="0" i="0" u="none" kern="0" baseline="0">
                <a:solidFill>
                  <a:schemeClr val="tx1"/>
                </a:solidFill>
                <a:latin typeface="Arial"/>
                <a:ea typeface="Arial Unicode MS"/>
                <a:cs typeface="Arial Unicode MS" pitchFamily="34" charset="-128"/>
                <a:sym typeface="Arial"/>
              </a:rPr>
              <a:t>ǀ</a:t>
            </a:r>
          </a:p>
        </p:txBody>
      </p:sp>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5" r:id="rId3"/>
    <p:sldLayoutId id="2147483741" r:id="rId4"/>
    <p:sldLayoutId id="2147483765" r:id="rId5"/>
    <p:sldLayoutId id="2147483767" r:id="rId6"/>
    <p:sldLayoutId id="2147483743" r:id="rId7"/>
    <p:sldLayoutId id="2147483774" r:id="rId8"/>
    <p:sldLayoutId id="2147483745" r:id="rId9"/>
    <p:sldLayoutId id="2147483760" r:id="rId10"/>
    <p:sldLayoutId id="2147483768" r:id="rId11"/>
    <p:sldLayoutId id="2147483769" r:id="rId12"/>
    <p:sldLayoutId id="2147483770" r:id="rId13"/>
    <p:sldLayoutId id="2147483744" r:id="rId14"/>
    <p:sldLayoutId id="2147483757" r:id="rId15"/>
    <p:sldLayoutId id="2147483748" r:id="rId16"/>
    <p:sldLayoutId id="2147483771" r:id="rId17"/>
    <p:sldLayoutId id="2147483763" r:id="rId18"/>
    <p:sldLayoutId id="2147483751" r:id="rId19"/>
    <p:sldLayoutId id="2147483756" r:id="rId20"/>
    <p:sldLayoutId id="2147483740" r:id="rId21"/>
    <p:sldLayoutId id="2147483754" r:id="rId22"/>
    <p:sldLayoutId id="2147483755" r:id="rId23"/>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0195A"/>
        </a:solidFill>
        <a:effectLst/>
      </p:bgPr>
    </p:bg>
    <p:spTree>
      <p:nvGrpSpPr>
        <p:cNvPr id="1" name=""/>
        <p:cNvGrpSpPr/>
        <p:nvPr/>
      </p:nvGrpSpPr>
      <p:grpSpPr>
        <a:xfrm>
          <a:off x="0" y="0"/>
          <a:ext cx="0" cy="0"/>
          <a:chOff x="0" y="0"/>
          <a:chExt cx="0" cy="0"/>
        </a:xfrm>
      </p:grpSpPr>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sp>
        <p:nvSpPr>
          <p:cNvPr id="13" name="Slide number">
            <a:extLst>
              <a:ext uri="{FF2B5EF4-FFF2-40B4-BE49-F238E27FC236}">
                <a16:creationId xmlns:a16="http://schemas.microsoft.com/office/drawing/2014/main" id="{6F6D7778-F272-4F12-ADD2-8AE6FF10DDDC}"/>
              </a:ext>
            </a:extLst>
          </p:cNvP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a:p>
        </p:txBody>
      </p:sp>
      <p:sp>
        <p:nvSpPr>
          <p:cNvPr id="14" name="Classification">
            <a:extLst>
              <a:ext uri="{FF2B5EF4-FFF2-40B4-BE49-F238E27FC236}">
                <a16:creationId xmlns:a16="http://schemas.microsoft.com/office/drawing/2014/main" id="{4950D02E-DEA7-4F24-8212-FEEF73ED9421}"/>
              </a:ext>
            </a:extLst>
          </p:cNvPr>
          <p:cNvSpPr txBox="1"/>
          <p:nvPr userDrawn="1"/>
        </p:nvSpPr>
        <p:spPr bwMode="black">
          <a:xfrm>
            <a:off x="2814655" y="6559834"/>
            <a:ext cx="564257"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CONFIDENTIAL</a:t>
            </a:r>
          </a:p>
        </p:txBody>
      </p:sp>
      <p:sp>
        <p:nvSpPr>
          <p:cNvPr id="15" name="Copyright">
            <a:extLst>
              <a:ext uri="{FF2B5EF4-FFF2-40B4-BE49-F238E27FC236}">
                <a16:creationId xmlns:a16="http://schemas.microsoft.com/office/drawing/2014/main" id="{A507F817-5D47-4500-8930-FF4D058FA111}"/>
              </a:ext>
            </a:extLst>
          </p:cNvPr>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a:solidFill>
                  <a:schemeClr val="tx1"/>
                </a:solidFill>
              </a:rPr>
              <a:t>2021 SAP SE or an SAP affiliate company. All rights reserved.  </a:t>
            </a:r>
            <a:r>
              <a:rPr kumimoji="0" lang="en-US" sz="600" b="0" i="0" u="none" kern="0" baseline="0">
                <a:solidFill>
                  <a:schemeClr val="tx1"/>
                </a:solidFill>
                <a:latin typeface="Arial"/>
                <a:ea typeface="Arial Unicode MS"/>
                <a:cs typeface="Arial Unicode MS" pitchFamily="34" charset="-128"/>
                <a:sym typeface="Arial"/>
              </a:rPr>
              <a:t>ǀ</a:t>
            </a:r>
          </a:p>
        </p:txBody>
      </p:sp>
    </p:spTree>
    <p:extLst>
      <p:ext uri="{BB962C8B-B14F-4D97-AF65-F5344CB8AC3E}">
        <p14:creationId xmlns:p14="http://schemas.microsoft.com/office/powerpoint/2010/main" val="2031361106"/>
      </p:ext>
    </p:extLst>
  </p:cSld>
  <p:clrMap bg1="dk1" tx1="lt1" bg2="dk2" tx2="lt2" accent1="accent1" accent2="accent2" accent3="accent3" accent4="accent4" accent5="accent5" accent6="accent6" hlink="hlink" folHlink="folHlink"/>
  <p:sldLayoutIdLst>
    <p:sldLayoutId id="2147483789" r:id="rId1"/>
    <p:sldLayoutId id="2147483791" r:id="rId2"/>
    <p:sldLayoutId id="2147483798" r:id="rId3"/>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3" name="Text Placeholder"/>
          <p:cNvSpPr>
            <a:spLocks noGrp="1"/>
          </p:cNvSpPr>
          <p:nvPr userDrawn="1">
            <p:ph type="body" idx="1"/>
          </p:nvPr>
        </p:nvSpPr>
        <p:spPr bwMode="black">
          <a:xfrm>
            <a:off x="504001" y="1548560"/>
            <a:ext cx="11186476" cy="4804615"/>
          </a:xfrm>
          <a:prstGeom prst="rect">
            <a:avLst/>
          </a:prstGeom>
        </p:spPr>
        <p:txBody>
          <a:bodyPr vert="horz" lIns="0" tIns="0" rIns="0" bIns="0" rtlCol="0">
            <a:noAutofit/>
          </a:bodyPr>
          <a:lstStyle/>
          <a:p>
            <a:pPr lvl="0"/>
            <a:r>
              <a:rPr lang="en-US"/>
              <a:t>Start typing to add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a:p>
            <a:pPr lvl="0"/>
            <a:endParaRPr lang="en-US" noProof="0"/>
          </a:p>
        </p:txBody>
      </p:sp>
      <p:sp>
        <p:nvSpPr>
          <p:cNvPr id="2" name="Title Placeholder"/>
          <p:cNvSpPr>
            <a:spLocks noGrp="1"/>
          </p:cNvSpPr>
          <p:nvPr userDrawn="1">
            <p:ph type="title"/>
          </p:nvPr>
        </p:nvSpPr>
        <p:spPr bwMode="black">
          <a:xfrm>
            <a:off x="504001" y="504000"/>
            <a:ext cx="1118317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47"/>
            </p:custDataLst>
          </p:nvPr>
        </p:nvGrpSpPr>
        <p:grpSpPr>
          <a:xfrm>
            <a:off x="3938798" y="3978000"/>
            <a:ext cx="1024878" cy="1024878"/>
            <a:chOff x="0" y="0"/>
            <a:chExt cx="914400" cy="914400"/>
          </a:xfrm>
          <a:solidFill>
            <a:schemeClr val="tx2"/>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6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67"/>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68"/>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6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48"/>
            </p:custDataLst>
          </p:nvPr>
        </p:nvGrpSpPr>
        <p:grpSpPr>
          <a:xfrm>
            <a:off x="5391506" y="3978000"/>
            <a:ext cx="1024878" cy="1024878"/>
            <a:chOff x="0" y="0"/>
            <a:chExt cx="914400" cy="914400"/>
          </a:xfrm>
          <a:solidFill>
            <a:schemeClr val="tx2"/>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6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62"/>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63"/>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64"/>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65"/>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49"/>
            </p:custDataLst>
          </p:nvPr>
        </p:nvGrpSpPr>
        <p:grpSpPr>
          <a:xfrm>
            <a:off x="6844214" y="3978000"/>
            <a:ext cx="1024878" cy="1024878"/>
            <a:chOff x="0" y="0"/>
            <a:chExt cx="914400" cy="914400"/>
          </a:xfrm>
          <a:solidFill>
            <a:schemeClr val="tx2"/>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52"/>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55"/>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56"/>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57"/>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58"/>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59"/>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60"/>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50"/>
            </p:custDataLst>
          </p:nvPr>
        </p:nvGrpSpPr>
        <p:grpSpPr>
          <a:xfrm>
            <a:off x="8296922" y="3978000"/>
            <a:ext cx="1024878" cy="1024878"/>
            <a:chOff x="4334905" y="3282696"/>
            <a:chExt cx="292608" cy="292608"/>
          </a:xfrm>
          <a:solidFill>
            <a:schemeClr val="tx2"/>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51"/>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37"/>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38"/>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39"/>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40"/>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41"/>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42"/>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43"/>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44"/>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45"/>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46"/>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47"/>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48"/>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49"/>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50"/>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51"/>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txBody>
            <a:bodyPr/>
            <a:lstStyle/>
            <a:p>
              <a:endParaRPr lang="en-GB"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0070F2"/>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5" name="Draft [Sticker]" hidden="1">
            <a:extLst>
              <a:ext uri="{FF2B5EF4-FFF2-40B4-BE49-F238E27FC236}">
                <a16:creationId xmlns:a16="http://schemas.microsoft.com/office/drawing/2014/main" id="{4ED4653C-0BEF-C53F-2F44-0F4FC1038B4E}"/>
              </a:ext>
            </a:extLst>
          </p:cNvPr>
          <p:cNvSpPr/>
          <p:nvPr userDrawn="1"/>
        </p:nvSpPr>
        <p:spPr bwMode="gray">
          <a:xfrm rot="18900000">
            <a:off x="4491456" y="3089731"/>
            <a:ext cx="3211564"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0070F2"/>
              </a:buClr>
              <a:buSzPct val="80000"/>
              <a:tabLst/>
            </a:pPr>
            <a:r>
              <a:rPr kumimoji="0" lang="en-US" sz="5400" b="0" i="0" u="none" strike="noStrike" kern="0" cap="none" spc="0" normalizeH="0" baseline="0" noProof="0">
                <a:ln>
                  <a:noFill/>
                </a:ln>
                <a:solidFill>
                  <a:schemeClr val="tx2"/>
                </a:solidFill>
                <a:effectLst/>
                <a:uLnTx/>
                <a:uFillTx/>
                <a:latin typeface="72 Brand" panose="020B0504030603020204" pitchFamily="34" charset="0"/>
                <a:ea typeface="Arial" pitchFamily="34" charset="0"/>
                <a:cs typeface="Arial" pitchFamily="34" charset="0"/>
              </a:rPr>
              <a:t>DRAFT</a:t>
            </a:r>
          </a:p>
        </p:txBody>
      </p:sp>
      <p:sp>
        <p:nvSpPr>
          <p:cNvPr id="142" name="Content [Comment]" hidden="1">
            <a:extLst>
              <a:ext uri="{FF2B5EF4-FFF2-40B4-BE49-F238E27FC236}">
                <a16:creationId xmlns:a16="http://schemas.microsoft.com/office/drawing/2014/main" id="{D6760A1A-5249-0361-7543-4100DC0D89C0}"/>
              </a:ext>
            </a:extLst>
          </p:cNvPr>
          <p:cNvSpPr>
            <a:spLocks/>
          </p:cNvSpPr>
          <p:nvPr userDrawn="1"/>
        </p:nvSpPr>
        <p:spPr>
          <a:xfrm>
            <a:off x="10620496" y="1126713"/>
            <a:ext cx="1322679" cy="1287398"/>
          </a:xfrm>
          <a:prstGeom prst="wedgeRectCallout">
            <a:avLst>
              <a:gd name="adj1" fmla="val 33379"/>
              <a:gd name="adj2" fmla="val 65105"/>
            </a:avLst>
          </a:prstGeom>
          <a:solidFill>
            <a:srgbClr val="E1F4FF"/>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3" name="Formatting [Comment]" hidden="1">
            <a:extLst>
              <a:ext uri="{FF2B5EF4-FFF2-40B4-BE49-F238E27FC236}">
                <a16:creationId xmlns:a16="http://schemas.microsoft.com/office/drawing/2014/main" id="{31370255-4446-E2E0-D475-0E9332BBA969}"/>
              </a:ext>
            </a:extLst>
          </p:cNvPr>
          <p:cNvSpPr>
            <a:spLocks/>
          </p:cNvSpPr>
          <p:nvPr userDrawn="1"/>
        </p:nvSpPr>
        <p:spPr>
          <a:xfrm>
            <a:off x="10620496" y="1126713"/>
            <a:ext cx="1322679" cy="1287398"/>
          </a:xfrm>
          <a:prstGeom prst="wedgeRectCallout">
            <a:avLst>
              <a:gd name="adj1" fmla="val 33379"/>
              <a:gd name="adj2" fmla="val 65105"/>
            </a:avLst>
          </a:prstGeom>
          <a:solidFill>
            <a:srgbClr val="E1F4FF"/>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32" name="Final [Sticker]" hidden="1">
            <a:extLst>
              <a:ext uri="{FF2B5EF4-FFF2-40B4-BE49-F238E27FC236}">
                <a16:creationId xmlns:a16="http://schemas.microsoft.com/office/drawing/2014/main" id="{5402B19A-2F1E-0983-9BF4-848C4B7F0B87}"/>
              </a:ext>
            </a:extLst>
          </p:cNvPr>
          <p:cNvSpPr>
            <a:spLocks/>
          </p:cNvSpPr>
          <p:nvPr userDrawn="1"/>
        </p:nvSpPr>
        <p:spPr>
          <a:xfrm>
            <a:off x="10983300" y="210784"/>
            <a:ext cx="7070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FINAL SLIDE</a:t>
            </a:r>
          </a:p>
        </p:txBody>
      </p:sp>
      <p:sp>
        <p:nvSpPr>
          <p:cNvPr id="148" name="Internal [Sticker]" hidden="1">
            <a:extLst>
              <a:ext uri="{FF2B5EF4-FFF2-40B4-BE49-F238E27FC236}">
                <a16:creationId xmlns:a16="http://schemas.microsoft.com/office/drawing/2014/main" id="{28223912-D0A4-A620-A34F-518BD869E53F}"/>
              </a:ext>
            </a:extLst>
          </p:cNvPr>
          <p:cNvSpPr>
            <a:spLocks/>
          </p:cNvSpPr>
          <p:nvPr userDrawn="1"/>
        </p:nvSpPr>
        <p:spPr>
          <a:xfrm>
            <a:off x="10033000" y="210784"/>
            <a:ext cx="16573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INTERNAL USE ONLY</a:t>
            </a:r>
          </a:p>
        </p:txBody>
      </p:sp>
      <p:sp>
        <p:nvSpPr>
          <p:cNvPr id="149" name="Discussion [Sticker]" hidden="1">
            <a:extLst>
              <a:ext uri="{FF2B5EF4-FFF2-40B4-BE49-F238E27FC236}">
                <a16:creationId xmlns:a16="http://schemas.microsoft.com/office/drawing/2014/main" id="{D9D83DF6-771C-4C0C-6C7A-3A59B82BAD4A}"/>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FOR DISCUSSION</a:t>
            </a:r>
          </a:p>
        </p:txBody>
      </p:sp>
      <p:sp>
        <p:nvSpPr>
          <p:cNvPr id="145" name="Dummy [Sticker]" hidden="1">
            <a:extLst>
              <a:ext uri="{FF2B5EF4-FFF2-40B4-BE49-F238E27FC236}">
                <a16:creationId xmlns:a16="http://schemas.microsoft.com/office/drawing/2014/main" id="{85BE85F9-1C84-5D9C-577F-40BFD680420C}"/>
              </a:ext>
            </a:extLst>
          </p:cNvPr>
          <p:cNvSpPr>
            <a:spLocks/>
          </p:cNvSpPr>
          <p:nvPr userDrawn="1"/>
        </p:nvSpPr>
        <p:spPr>
          <a:xfrm>
            <a:off x="10734674" y="210784"/>
            <a:ext cx="955675"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DUMMY DATA</a:t>
            </a:r>
          </a:p>
        </p:txBody>
      </p:sp>
      <p:sp>
        <p:nvSpPr>
          <p:cNvPr id="146" name="Update [Sticker]" hidden="1">
            <a:extLst>
              <a:ext uri="{FF2B5EF4-FFF2-40B4-BE49-F238E27FC236}">
                <a16:creationId xmlns:a16="http://schemas.microsoft.com/office/drawing/2014/main" id="{DB5368A3-028B-BD89-843A-4055DAEC9BBE}"/>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UPDATE DATA</a:t>
            </a:r>
          </a:p>
        </p:txBody>
      </p:sp>
      <p:sp>
        <p:nvSpPr>
          <p:cNvPr id="147" name="Backup [Sticker]" hidden="1">
            <a:extLst>
              <a:ext uri="{FF2B5EF4-FFF2-40B4-BE49-F238E27FC236}">
                <a16:creationId xmlns:a16="http://schemas.microsoft.com/office/drawing/2014/main" id="{308EDF7D-F287-A5B8-407B-AF543ACA9F1E}"/>
              </a:ext>
            </a:extLst>
          </p:cNvPr>
          <p:cNvSpPr>
            <a:spLocks/>
          </p:cNvSpPr>
          <p:nvPr userDrawn="1"/>
        </p:nvSpPr>
        <p:spPr>
          <a:xfrm>
            <a:off x="10985500" y="210784"/>
            <a:ext cx="7048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BACKUP</a:t>
            </a:r>
          </a:p>
        </p:txBody>
      </p:sp>
      <p:grpSp>
        <p:nvGrpSpPr>
          <p:cNvPr id="134" name="Responsible [Sticker]" hidden="1">
            <a:extLst>
              <a:ext uri="{FF2B5EF4-FFF2-40B4-BE49-F238E27FC236}">
                <a16:creationId xmlns:a16="http://schemas.microsoft.com/office/drawing/2014/main" id="{D807E524-FC1C-0CD6-4E84-F55B41ABF787}"/>
              </a:ext>
            </a:extLst>
          </p:cNvPr>
          <p:cNvGrpSpPr/>
          <p:nvPr userDrawn="1"/>
        </p:nvGrpSpPr>
        <p:grpSpPr>
          <a:xfrm>
            <a:off x="9050330" y="210783"/>
            <a:ext cx="2640147" cy="173118"/>
            <a:chOff x="9050330" y="210783"/>
            <a:chExt cx="2640147" cy="173118"/>
          </a:xfrm>
        </p:grpSpPr>
        <p:sp>
          <p:nvSpPr>
            <p:cNvPr id="135" name="Final [Sticker org.]">
              <a:extLst>
                <a:ext uri="{FF2B5EF4-FFF2-40B4-BE49-F238E27FC236}">
                  <a16:creationId xmlns:a16="http://schemas.microsoft.com/office/drawing/2014/main" id="{4440328B-E219-D57E-E076-5D09AD704156}"/>
                </a:ext>
              </a:extLst>
            </p:cNvPr>
            <p:cNvSpPr>
              <a:spLocks/>
            </p:cNvSpPr>
            <p:nvPr/>
          </p:nvSpPr>
          <p:spPr>
            <a:xfrm>
              <a:off x="9050330" y="210783"/>
              <a:ext cx="2640147" cy="173117"/>
            </a:xfrm>
            <a:prstGeom prst="roundRect">
              <a:avLst>
                <a:gd name="adj" fmla="val 50000"/>
              </a:avLst>
            </a:prstGeom>
            <a:solidFill>
              <a:schemeClr val="bg1"/>
            </a:solidFill>
            <a:ln w="6350" cap="flat" cmpd="sng" algn="ctr">
              <a:solidFill>
                <a:schemeClr val="tx2"/>
              </a:solidFill>
              <a:prstDash val="solid"/>
            </a:ln>
            <a:effectLst/>
          </p:spPr>
          <p:txBody>
            <a:bodyPr wrap="square" lIns="90000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chemeClr val="tx2"/>
                  </a:solidFill>
                  <a:effectLst/>
                  <a:uLnTx/>
                  <a:uFillTx/>
                  <a:latin typeface="+mn-lt"/>
                  <a:ea typeface="+mn-ea"/>
                  <a:cs typeface="+mn-cs"/>
                </a:rPr>
                <a:t>TEXT</a:t>
              </a:r>
              <a:endParaRPr kumimoji="0" lang="en-US" sz="800" i="0" u="none" strike="noStrike" kern="0" cap="none" spc="0" normalizeH="0" baseline="0" noProof="0">
                <a:ln>
                  <a:noFill/>
                </a:ln>
                <a:solidFill>
                  <a:schemeClr val="tx2"/>
                </a:solidFill>
                <a:effectLst/>
                <a:uLnTx/>
                <a:uFillTx/>
                <a:latin typeface="+mn-lt"/>
                <a:ea typeface="+mn-ea"/>
                <a:cs typeface="+mn-cs"/>
              </a:endParaRPr>
            </a:p>
          </p:txBody>
        </p:sp>
        <p:sp>
          <p:nvSpPr>
            <p:cNvPr id="136" name="Final [Sticker org.]">
              <a:extLst>
                <a:ext uri="{FF2B5EF4-FFF2-40B4-BE49-F238E27FC236}">
                  <a16:creationId xmlns:a16="http://schemas.microsoft.com/office/drawing/2014/main" id="{E3A6C8D3-C105-250D-CC2B-D59A630EC485}"/>
                </a:ext>
              </a:extLst>
            </p:cNvPr>
            <p:cNvSpPr>
              <a:spLocks/>
            </p:cNvSpPr>
            <p:nvPr/>
          </p:nvSpPr>
          <p:spPr>
            <a:xfrm>
              <a:off x="9050330" y="210784"/>
              <a:ext cx="853949" cy="173117"/>
            </a:xfrm>
            <a:prstGeom prst="roundRect">
              <a:avLst>
                <a:gd name="adj" fmla="val 50000"/>
              </a:avLst>
            </a:prstGeom>
            <a:solidFill>
              <a:schemeClr val="tx2"/>
            </a:soli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rgbClr val="FFFFFF"/>
                  </a:solidFill>
                  <a:effectLst/>
                  <a:uLnTx/>
                  <a:uFillTx/>
                  <a:latin typeface="+mn-lt"/>
                  <a:ea typeface="+mn-ea"/>
                  <a:cs typeface="+mn-cs"/>
                </a:rPr>
                <a:t>RESPONSIBLE:</a:t>
              </a:r>
              <a:endParaRPr kumimoji="0" lang="en-US" sz="800" i="0" u="none" strike="noStrike" kern="0" cap="none" spc="0" normalizeH="0" baseline="0" noProof="0">
                <a:ln>
                  <a:noFill/>
                </a:ln>
                <a:solidFill>
                  <a:srgbClr val="FFFFFF"/>
                </a:solidFill>
                <a:effectLst/>
                <a:uLnTx/>
                <a:uFillTx/>
                <a:latin typeface="+mn-lt"/>
                <a:ea typeface="+mn-ea"/>
                <a:cs typeface="+mn-cs"/>
              </a:endParaRPr>
            </a:p>
          </p:txBody>
        </p:sp>
      </p:grpSp>
      <p:sp>
        <p:nvSpPr>
          <p:cNvPr id="137" name="Workspace [Presentation]" hidden="1">
            <a:extLst>
              <a:ext uri="{FF2B5EF4-FFF2-40B4-BE49-F238E27FC236}">
                <a16:creationId xmlns:a16="http://schemas.microsoft.com/office/drawing/2014/main" id="{94A6BE43-81F0-FA8E-2328-A068FC5E0F5F}"/>
              </a:ext>
            </a:extLst>
          </p:cNvPr>
          <p:cNvSpPr/>
          <p:nvPr userDrawn="1"/>
        </p:nvSpPr>
        <p:spPr bwMode="gray">
          <a:xfrm>
            <a:off x="504001" y="1548560"/>
            <a:ext cx="11186476" cy="4552203"/>
          </a:xfrm>
          <a:prstGeom prst="rect">
            <a:avLst/>
          </a:prstGeom>
          <a:noFill/>
          <a:ln w="12700" algn="ctr">
            <a:solidFill>
              <a:srgbClr val="D24726"/>
            </a:solidFill>
            <a:prstDash val="lg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0070F2"/>
              </a:buClr>
              <a:buSzPct val="80000"/>
              <a:tabLst/>
            </a:pPr>
            <a:endParaRPr kumimoji="0" lang="en-DK"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2" name="TextBox 11">
            <a:extLst>
              <a:ext uri="{FF2B5EF4-FFF2-40B4-BE49-F238E27FC236}">
                <a16:creationId xmlns:a16="http://schemas.microsoft.com/office/drawing/2014/main" id="{9D3804D4-CFCB-3760-6825-6437954DC9F4}"/>
              </a:ext>
            </a:extLst>
          </p:cNvPr>
          <p:cNvSpPr txBox="1"/>
          <p:nvPr userDrawn="1">
            <p:extLst>
              <p:ext uri="{1162E1C5-73C7-4A58-AE30-91384D911F3F}">
                <p184:classification xmlns:p184="http://schemas.microsoft.com/office/powerpoint/2018/4/main" val="ftr"/>
              </p:ext>
            </p:extLst>
          </p:nvPr>
        </p:nvSpPr>
        <p:spPr>
          <a:xfrm>
            <a:off x="203200" y="6563360"/>
            <a:ext cx="2144713" cy="91440"/>
          </a:xfrm>
          <a:prstGeom prst="rect">
            <a:avLst/>
          </a:prstGeom>
        </p:spPr>
        <p:txBody>
          <a:bodyPr horzOverflow="overflow" lIns="0" tIns="0" rIns="0" bIns="0">
            <a:spAutoFit/>
          </a:bodyPr>
          <a:lstStyle/>
          <a:p>
            <a:pPr algn="l"/>
            <a:r>
              <a:rPr lang="en-DE" sz="600">
                <a:solidFill>
                  <a:srgbClr val="000000">
                    <a:alpha val="50000"/>
                  </a:srgbClr>
                </a:solidFill>
                <a:latin typeface="72 Brand" panose="020B0504030603020204" pitchFamily="34" charset="0"/>
              </a:rPr>
              <a:t>                 INTERNAL ‒ SAP and External Parties under NDA Only</a:t>
            </a:r>
          </a:p>
        </p:txBody>
      </p:sp>
    </p:spTree>
    <p:extLst>
      <p:ext uri="{BB962C8B-B14F-4D97-AF65-F5344CB8AC3E}">
        <p14:creationId xmlns:p14="http://schemas.microsoft.com/office/powerpoint/2010/main" val="855118265"/>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 id="2147483819" r:id="rId20"/>
    <p:sldLayoutId id="2147483820" r:id="rId21"/>
    <p:sldLayoutId id="2147483821" r:id="rId22"/>
    <p:sldLayoutId id="2147483822" r:id="rId23"/>
    <p:sldLayoutId id="2147483823" r:id="rId24"/>
    <p:sldLayoutId id="2147483824" r:id="rId25"/>
    <p:sldLayoutId id="2147483825" r:id="rId26"/>
    <p:sldLayoutId id="2147483826" r:id="rId27"/>
    <p:sldLayoutId id="2147483827" r:id="rId28"/>
    <p:sldLayoutId id="2147483828" r:id="rId29"/>
    <p:sldLayoutId id="2147483829" r:id="rId30"/>
    <p:sldLayoutId id="2147483830" r:id="rId31"/>
    <p:sldLayoutId id="2147483831" r:id="rId32"/>
    <p:sldLayoutId id="2147483832" r:id="rId33"/>
    <p:sldLayoutId id="2147483833" r:id="rId34"/>
    <p:sldLayoutId id="2147483834" r:id="rId35"/>
    <p:sldLayoutId id="2147483835" r:id="rId36"/>
    <p:sldLayoutId id="2147483836" r:id="rId37"/>
    <p:sldLayoutId id="2147483837" r:id="rId38"/>
    <p:sldLayoutId id="2147483838" r:id="rId39"/>
    <p:sldLayoutId id="2147483839" r:id="rId40"/>
    <p:sldLayoutId id="2147483840" r:id="rId41"/>
    <p:sldLayoutId id="2147483841" r:id="rId42"/>
    <p:sldLayoutId id="2147483842" r:id="rId43"/>
    <p:sldLayoutId id="2147483843" r:id="rId44"/>
    <p:sldLayoutId id="2147483844" r:id="rId45"/>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600"/>
        </a:spcBef>
        <a:buClrTx/>
        <a:buSzPct val="100000"/>
        <a:buFont typeface="Arial" panose="020B0604020202020204" pitchFamily="34" charset="0"/>
        <a:buChar char="​"/>
        <a:defRPr sz="20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7">
          <p15:clr>
            <a:srgbClr val="A4A4A4"/>
          </p15:clr>
        </p15:guide>
        <p15:guide id="2" pos="759">
          <p15:clr>
            <a:srgbClr val="A4A4A4"/>
          </p15:clr>
        </p15:guide>
        <p15:guide id="3" orient="horz" pos="317">
          <p15:clr>
            <a:srgbClr val="A4A4A4"/>
          </p15:clr>
        </p15:guide>
        <p15:guide id="4" orient="horz" pos="4002">
          <p15:clr>
            <a:srgbClr val="A4A4A4"/>
          </p15:clr>
        </p15:guide>
        <p15:guide id="5" pos="917">
          <p15:clr>
            <a:srgbClr val="A4A4A4"/>
          </p15:clr>
        </p15:guide>
        <p15:guide id="6" pos="1359">
          <p15:clr>
            <a:srgbClr val="A4A4A4"/>
          </p15:clr>
        </p15:guide>
        <p15:guide id="7" pos="1518">
          <p15:clr>
            <a:srgbClr val="A4A4A4"/>
          </p15:clr>
        </p15:guide>
        <p15:guide id="8" pos="1960">
          <p15:clr>
            <a:srgbClr val="A4A4A4"/>
          </p15:clr>
        </p15:guide>
        <p15:guide id="9" pos="2118">
          <p15:clr>
            <a:srgbClr val="A4A4A4"/>
          </p15:clr>
        </p15:guide>
        <p15:guide id="10" pos="2560">
          <p15:clr>
            <a:srgbClr val="A4A4A4"/>
          </p15:clr>
        </p15:guide>
        <p15:guide id="11" pos="2719">
          <p15:clr>
            <a:srgbClr val="A4A4A4"/>
          </p15:clr>
        </p15:guide>
        <p15:guide id="12" pos="3161">
          <p15:clr>
            <a:srgbClr val="A4A4A4"/>
          </p15:clr>
        </p15:guide>
        <p15:guide id="13" pos="3319">
          <p15:clr>
            <a:srgbClr val="A4A4A4"/>
          </p15:clr>
        </p15:guide>
        <p15:guide id="14" pos="3761">
          <p15:clr>
            <a:srgbClr val="A4A4A4"/>
          </p15:clr>
        </p15:guide>
        <p15:guide id="15" pos="3920">
          <p15:clr>
            <a:srgbClr val="A4A4A4"/>
          </p15:clr>
        </p15:guide>
        <p15:guide id="16" pos="4362">
          <p15:clr>
            <a:srgbClr val="A4A4A4"/>
          </p15:clr>
        </p15:guide>
        <p15:guide id="17" pos="4520">
          <p15:clr>
            <a:srgbClr val="A4A4A4"/>
          </p15:clr>
        </p15:guide>
        <p15:guide id="18" pos="4962">
          <p15:clr>
            <a:srgbClr val="A4A4A4"/>
          </p15:clr>
        </p15:guide>
        <p15:guide id="19" pos="5121">
          <p15:clr>
            <a:srgbClr val="A4A4A4"/>
          </p15:clr>
        </p15:guide>
        <p15:guide id="20" pos="5563">
          <p15:clr>
            <a:srgbClr val="A4A4A4"/>
          </p15:clr>
        </p15:guide>
        <p15:guide id="21" pos="5721">
          <p15:clr>
            <a:srgbClr val="A4A4A4"/>
          </p15:clr>
        </p15:guide>
        <p15:guide id="22" pos="6163">
          <p15:clr>
            <a:srgbClr val="A4A4A4"/>
          </p15:clr>
        </p15:guide>
        <p15:guide id="23" pos="6322">
          <p15:clr>
            <a:srgbClr val="A4A4A4"/>
          </p15:clr>
        </p15:guide>
        <p15:guide id="24" pos="6764">
          <p15:clr>
            <a:srgbClr val="A4A4A4"/>
          </p15:clr>
        </p15:guide>
        <p15:guide id="25" pos="6922">
          <p15:clr>
            <a:srgbClr val="A4A4A4"/>
          </p15:clr>
        </p15:guide>
        <p15:guide id="26" pos="7364">
          <p15:clr>
            <a:srgbClr val="A4A4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customXml" Target="../../customXml/item25.xml"/><Relationship Id="rId1" Type="http://schemas.openxmlformats.org/officeDocument/2006/relationships/customXml" Target="../../customXml/item28.xml"/><Relationship Id="rId5" Type="http://schemas.openxmlformats.org/officeDocument/2006/relationships/hyperlink" Target="https://dam.sap.com/mac/app/p/video/asset/preview/nsus9o4?ltr=a&amp;rc=10&amp;doi=SAP1225331&amp;includeRelatedAssets=true"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customXml" Target="../../customXml/item29.xml"/><Relationship Id="rId1" Type="http://schemas.openxmlformats.org/officeDocument/2006/relationships/customXml" Target="../../customXml/item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slideLayout" Target="../slideLayouts/slideLayout8.xml"/><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customXml" Target="../../customXml/item23.xml"/><Relationship Id="rId1" Type="http://schemas.openxmlformats.org/officeDocument/2006/relationships/customXml" Target="../../customXml/item16.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0" Type="http://schemas.openxmlformats.org/officeDocument/2006/relationships/diagramData" Target="../diagrams/data2.xml"/><Relationship Id="rId4" Type="http://schemas.openxmlformats.org/officeDocument/2006/relationships/notesSlide" Target="../notesSlides/notesSlide3.xml"/><Relationship Id="rId9" Type="http://schemas.microsoft.com/office/2007/relationships/diagramDrawing" Target="../diagrams/drawing1.xml"/><Relationship Id="rId14" Type="http://schemas.microsoft.com/office/2007/relationships/diagramDrawing" Target="../diagrams/drawin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customXml" Target="../../customXml/item4.xml"/><Relationship Id="rId1" Type="http://schemas.openxmlformats.org/officeDocument/2006/relationships/customXml" Target="../../customXml/item21.xml"/><Relationship Id="rId5" Type="http://schemas.openxmlformats.org/officeDocument/2006/relationships/chart" Target="../charts/char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customXml" Target="../../customXml/item8.xml"/><Relationship Id="rId1" Type="http://schemas.openxmlformats.org/officeDocument/2006/relationships/customXml" Target="../../customXml/item24.xml"/><Relationship Id="rId5" Type="http://schemas.openxmlformats.org/officeDocument/2006/relationships/chart" Target="../charts/char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customXml" Target="../../customXml/item3.xml"/><Relationship Id="rId1" Type="http://schemas.openxmlformats.org/officeDocument/2006/relationships/customXml" Target="../../customXml/item18.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chart" Target="../charts/chart7.xml"/><Relationship Id="rId2" Type="http://schemas.openxmlformats.org/officeDocument/2006/relationships/customXml" Target="../../customXml/item27.xml"/><Relationship Id="rId1" Type="http://schemas.openxmlformats.org/officeDocument/2006/relationships/customXml" Target="../../customXml/item15.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customXml" Target="../../customXml/item11.xml"/><Relationship Id="rId1" Type="http://schemas.openxmlformats.org/officeDocument/2006/relationships/customXml" Target="../../customXml/item2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customXml" Target="../../customXml/item10.xml"/><Relationship Id="rId1" Type="http://schemas.openxmlformats.org/officeDocument/2006/relationships/customXml" Target="../../customXml/item20.xml"/><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customXml" Target="../../customXml/item30.xml"/><Relationship Id="rId1" Type="http://schemas.openxmlformats.org/officeDocument/2006/relationships/customXml" Target="../../customXml/item1.xml"/><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1C807ADF-CE4E-D271-61A0-63F888DC95A6}"/>
              </a:ext>
            </a:extLst>
          </p:cNvPr>
          <p:cNvSpPr>
            <a:spLocks noGrp="1"/>
          </p:cNvSpPr>
          <p:nvPr>
            <p:ph type="title"/>
          </p:nvPr>
        </p:nvSpPr>
        <p:spPr>
          <a:xfrm>
            <a:off x="503238" y="2706317"/>
            <a:ext cx="6134326" cy="997196"/>
          </a:xfrm>
        </p:spPr>
        <p:txBody>
          <a:bodyPr vert="horz" wrap="square" lIns="0" tIns="0" rIns="0" bIns="0" rtlCol="0" anchor="b" anchorCtr="0">
            <a:noAutofit/>
          </a:bodyPr>
          <a:lstStyle/>
          <a:p>
            <a:r>
              <a:rPr lang="en-US"/>
              <a:t>&lt;Customer Name&gt; S/4HANA Conversion </a:t>
            </a:r>
            <a:br>
              <a:rPr lang="en-US"/>
            </a:br>
            <a:r>
              <a:rPr lang="en-US" sz="2400"/>
              <a:t>Custom Code Analysis - Summary</a:t>
            </a:r>
            <a:endParaRPr lang="en-GB" sz="2400"/>
          </a:p>
        </p:txBody>
      </p:sp>
      <p:sp>
        <p:nvSpPr>
          <p:cNvPr id="2" name="Spaker name - Dynamic" descr="{&quot;templafy&quot;:{&quot;id&quot;:&quot;0f4e0563-be1b-406d-ae3f-350da60638fe&quot;}}">
            <a:extLst>
              <a:ext uri="{FF2B5EF4-FFF2-40B4-BE49-F238E27FC236}">
                <a16:creationId xmlns:a16="http://schemas.microsoft.com/office/drawing/2014/main" id="{8243858F-767D-1CF8-7DB7-3A9C6D2004C4}"/>
              </a:ext>
            </a:extLst>
          </p:cNvPr>
          <p:cNvSpPr txBox="1">
            <a:spLocks/>
          </p:cNvSpPr>
          <p:nvPr/>
        </p:nvSpPr>
        <p:spPr>
          <a:xfrm>
            <a:off x="503238" y="4273200"/>
            <a:ext cx="5402236" cy="223148"/>
          </a:xfrm>
          <a:prstGeom prst="rect">
            <a:avLst/>
          </a:prstGeom>
          <a:noFill/>
        </p:spPr>
        <p:txBody>
          <a:bodyPr wrap="square" lIns="0" tIns="0" rIns="0" bIns="0" rtlCol="0" anchor="b" anchorCtr="0">
            <a:noAutofit/>
          </a:bodyPr>
          <a:ls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4CB1FF"/>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72 Brand" panose="020B0504030603020204" pitchFamily="34" charset="0"/>
                <a:ea typeface="+mn-ea"/>
                <a:cs typeface="72" panose="020B0503030000000003" pitchFamily="34" charset="0"/>
              </a:rPr>
              <a:t>&lt;name&gt;, SAP</a:t>
            </a:r>
          </a:p>
        </p:txBody>
      </p:sp>
      <p:sp>
        <p:nvSpPr>
          <p:cNvPr id="4" name="Date - Dynamic" descr="{&quot;templafy&quot;:{&quot;id&quot;:&quot;29515a16-0389-456b-ab61-3edf9296ff9f&quot;}}">
            <a:extLst>
              <a:ext uri="{FF2B5EF4-FFF2-40B4-BE49-F238E27FC236}">
                <a16:creationId xmlns:a16="http://schemas.microsoft.com/office/drawing/2014/main" id="{0E86C73B-6FF3-00AC-232E-575ABF845F9A}"/>
              </a:ext>
            </a:extLst>
          </p:cNvPr>
          <p:cNvSpPr txBox="1">
            <a:spLocks/>
          </p:cNvSpPr>
          <p:nvPr/>
        </p:nvSpPr>
        <p:spPr>
          <a:xfrm>
            <a:off x="503238" y="4539600"/>
            <a:ext cx="5402236" cy="223148"/>
          </a:xfrm>
          <a:prstGeom prst="rect">
            <a:avLst/>
          </a:prstGeom>
          <a:noFill/>
        </p:spPr>
        <p:txBody>
          <a:bodyPr wrap="square" lIns="0" tIns="0" rIns="0" bIns="0" rtlCol="0" anchor="b" anchorCtr="0">
            <a:noAutofit/>
          </a:bodyPr>
          <a:ls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4CB1FF"/>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GB" sz="1400">
                <a:solidFill>
                  <a:srgbClr val="FFFFFF"/>
                </a:solidFill>
                <a:latin typeface="72 Brand" panose="020B0504030603020204" pitchFamily="34" charset="0"/>
                <a:cs typeface="72" panose="020B0503030000000003" pitchFamily="34" charset="0"/>
              </a:rPr>
              <a:t>August</a:t>
            </a:r>
            <a:r>
              <a:rPr kumimoji="0" lang="en-GB" sz="1400" b="0" i="0" u="none" strike="noStrike" kern="1200" cap="none" spc="0" normalizeH="0" baseline="0" noProof="0">
                <a:ln>
                  <a:noFill/>
                </a:ln>
                <a:solidFill>
                  <a:srgbClr val="FFFFFF"/>
                </a:solidFill>
                <a:effectLst/>
                <a:uLnTx/>
                <a:uFillTx/>
                <a:latin typeface="72 Brand" panose="020B0504030603020204" pitchFamily="34" charset="0"/>
                <a:ea typeface="+mn-ea"/>
                <a:cs typeface="72" panose="020B0503030000000003" pitchFamily="34" charset="0"/>
              </a:rPr>
              <a:t> </a:t>
            </a:r>
            <a:r>
              <a:rPr lang="en-GB" sz="1400">
                <a:solidFill>
                  <a:srgbClr val="FFFFFF"/>
                </a:solidFill>
                <a:latin typeface="72 Brand" panose="020B0504030603020204" pitchFamily="34" charset="0"/>
                <a:cs typeface="72" panose="020B0503030000000003" pitchFamily="34" charset="0"/>
              </a:rPr>
              <a:t>11</a:t>
            </a:r>
            <a:r>
              <a:rPr kumimoji="0" lang="en-GB" sz="1400" b="0" i="0" u="none" strike="noStrike" kern="1200" cap="none" spc="0" normalizeH="0" baseline="0" noProof="0">
                <a:ln>
                  <a:noFill/>
                </a:ln>
                <a:solidFill>
                  <a:srgbClr val="FFFFFF"/>
                </a:solidFill>
                <a:effectLst/>
                <a:uLnTx/>
                <a:uFillTx/>
                <a:latin typeface="72 Brand" panose="020B0504030603020204" pitchFamily="34" charset="0"/>
                <a:ea typeface="+mn-ea"/>
                <a:cs typeface="72" panose="020B0503030000000003" pitchFamily="34" charset="0"/>
              </a:rPr>
              <a:t>, 2026</a:t>
            </a:r>
          </a:p>
        </p:txBody>
      </p:sp>
      <p:sp>
        <p:nvSpPr>
          <p:cNvPr id="3" name="Rectangle 2">
            <a:extLst>
              <a:ext uri="{FF2B5EF4-FFF2-40B4-BE49-F238E27FC236}">
                <a16:creationId xmlns:a16="http://schemas.microsoft.com/office/drawing/2014/main" id="{8D8DEDD8-86C6-68D4-A1E4-15FE14E51391}"/>
              </a:ext>
              <a:ext uri="{C183D7F6-B498-43B3-948B-1728B52AA6E4}">
                <adec:decorative xmlns:adec="http://schemas.microsoft.com/office/drawing/2017/decorative" val="1"/>
              </a:ext>
            </a:extLst>
          </p:cNvPr>
          <p:cNvSpPr/>
          <p:nvPr/>
        </p:nvSpPr>
        <p:spPr bwMode="gray">
          <a:xfrm>
            <a:off x="5018088" y="-1031422"/>
            <a:ext cx="7177087" cy="858883"/>
          </a:xfrm>
          <a:prstGeom prst="rect">
            <a:avLst/>
          </a:prstGeom>
          <a:solidFill>
            <a:srgbClr val="E1F4FF"/>
          </a:solidFill>
          <a:ln w="25400" algn="ctr">
            <a:noFill/>
            <a:miter lim="800000"/>
            <a:headEnd/>
            <a:tailEnd/>
          </a:ln>
        </p:spPr>
        <p:txBody>
          <a:bodyPr lIns="72000" tIns="72000" rIns="72000" bIns="72000" rtlCol="0" anchor="ct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GB" sz="2100" b="0" i="0" u="none" strike="noStrike" kern="1200" cap="none" spc="0" normalizeH="0" baseline="0" noProof="0">
                <a:ln>
                  <a:noFill/>
                </a:ln>
                <a:solidFill>
                  <a:srgbClr val="000000"/>
                </a:solidFill>
                <a:effectLst/>
                <a:uLnTx/>
                <a:uFillTx/>
                <a:latin typeface="72 Brand" panose="020B0504030603020204" pitchFamily="34" charset="0"/>
                <a:ea typeface="+mn-ea"/>
                <a:cs typeface="+mn-cs"/>
              </a:rPr>
              <a:t>For additional cutouts, follow the </a:t>
            </a:r>
            <a:r>
              <a:rPr kumimoji="0" lang="en-GB" sz="2100" b="0" i="0" u="none" strike="noStrike" kern="1200" cap="none" spc="0" normalizeH="0" baseline="0" noProof="0">
                <a:ln>
                  <a:noFill/>
                </a:ln>
                <a:solidFill>
                  <a:srgbClr val="000000"/>
                </a:solidFill>
                <a:effectLst/>
                <a:uLnTx/>
                <a:uFillTx/>
                <a:latin typeface="72 Brand" panose="020B0504030603020204" pitchFamily="34" charset="0"/>
                <a:ea typeface="+mn-ea"/>
                <a:cs typeface="+mn-cs"/>
                <a:hlinkClick r:id="rId5"/>
              </a:rPr>
              <a:t>step-by-step instructions</a:t>
            </a:r>
            <a:r>
              <a:rPr kumimoji="0" lang="en-GB" sz="2100" b="0" i="0" u="none" strike="noStrike" kern="1200" cap="none" spc="0" normalizeH="0" baseline="0" noProof="0">
                <a:ln>
                  <a:noFill/>
                </a:ln>
                <a:solidFill>
                  <a:srgbClr val="000000"/>
                </a:solidFill>
                <a:effectLst/>
                <a:uLnTx/>
                <a:uFillTx/>
                <a:latin typeface="72 Brand" panose="020B0504030603020204" pitchFamily="34" charset="0"/>
                <a:ea typeface="+mn-ea"/>
                <a:cs typeface="+mn-cs"/>
              </a:rPr>
              <a:t> on how to find cutout images in the SAP Media Library.</a:t>
            </a:r>
          </a:p>
        </p:txBody>
      </p:sp>
    </p:spTree>
    <p:custDataLst>
      <p:custData r:id="rId1"/>
      <p:custData r:id="rId2"/>
    </p:custDataLst>
    <p:extLst>
      <p:ext uri="{BB962C8B-B14F-4D97-AF65-F5344CB8AC3E}">
        <p14:creationId xmlns:p14="http://schemas.microsoft.com/office/powerpoint/2010/main" val="3344628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p:cNvSpPr>
            <a:spLocks noGrp="1"/>
          </p:cNvSpPr>
          <p:nvPr>
            <p:ph type="title"/>
          </p:nvPr>
        </p:nvSpPr>
        <p:spPr bwMode="gray">
          <a:xfrm>
            <a:off x="504001" y="504000"/>
            <a:ext cx="11186476" cy="369332"/>
          </a:xfrm>
        </p:spPr>
        <p:txBody>
          <a:bodyPr/>
          <a:lstStyle/>
          <a:p>
            <a:pPr algn="ctr"/>
            <a:r>
              <a:rPr lang="en-US">
                <a:solidFill>
                  <a:schemeClr val="tx2"/>
                </a:solidFill>
              </a:rPr>
              <a:t>Custom Code - Adaptation Process</a:t>
            </a:r>
          </a:p>
        </p:txBody>
      </p:sp>
      <p:sp>
        <p:nvSpPr>
          <p:cNvPr id="2" name="Chevron 4">
            <a:extLst>
              <a:ext uri="{FF2B5EF4-FFF2-40B4-BE49-F238E27FC236}">
                <a16:creationId xmlns:a16="http://schemas.microsoft.com/office/drawing/2014/main" id="{EC54D462-EE6C-7079-B481-A54E179262CA}"/>
              </a:ext>
            </a:extLst>
          </p:cNvPr>
          <p:cNvSpPr/>
          <p:nvPr/>
        </p:nvSpPr>
        <p:spPr bwMode="gray">
          <a:xfrm>
            <a:off x="6348192" y="1874596"/>
            <a:ext cx="2194984" cy="705274"/>
          </a:xfrm>
          <a:prstGeom prst="chevron">
            <a:avLst/>
          </a:prstGeom>
          <a:solidFill>
            <a:srgbClr val="2F3850"/>
          </a:solidFill>
          <a:ln w="6350" algn="ctr">
            <a:no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r>
              <a:rPr lang="en-GB" sz="1200" kern="0">
                <a:solidFill>
                  <a:schemeClr val="bg1"/>
                </a:solidFill>
                <a:latin typeface="Calibri" panose="020F0502020204030204" pitchFamily="34" charset="0"/>
                <a:ea typeface="Calibri" panose="020F0502020204030204" pitchFamily="34" charset="0"/>
                <a:cs typeface="Calibri" panose="020F0502020204030204" pitchFamily="34" charset="0"/>
              </a:rPr>
              <a:t>Application specific follow-up activities</a:t>
            </a:r>
          </a:p>
        </p:txBody>
      </p:sp>
      <p:sp>
        <p:nvSpPr>
          <p:cNvPr id="3" name="Chevron 5">
            <a:extLst>
              <a:ext uri="{FF2B5EF4-FFF2-40B4-BE49-F238E27FC236}">
                <a16:creationId xmlns:a16="http://schemas.microsoft.com/office/drawing/2014/main" id="{B8E9C1A2-3DA7-78D3-49A1-C7D0AB900C82}"/>
              </a:ext>
            </a:extLst>
          </p:cNvPr>
          <p:cNvSpPr/>
          <p:nvPr/>
        </p:nvSpPr>
        <p:spPr bwMode="gray">
          <a:xfrm>
            <a:off x="246989" y="1870687"/>
            <a:ext cx="2530983" cy="704704"/>
          </a:xfrm>
          <a:prstGeom prst="chevron">
            <a:avLst/>
          </a:prstGeom>
          <a:solidFill>
            <a:srgbClr val="BED2DB"/>
          </a:solidFill>
          <a:ln w="6350" algn="ctr">
            <a:no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r>
              <a:rPr lang="en-GB" sz="1200" kern="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Custom code preparation</a:t>
            </a:r>
          </a:p>
        </p:txBody>
      </p:sp>
      <p:sp>
        <p:nvSpPr>
          <p:cNvPr id="4" name="Pentagon 6">
            <a:extLst>
              <a:ext uri="{FF2B5EF4-FFF2-40B4-BE49-F238E27FC236}">
                <a16:creationId xmlns:a16="http://schemas.microsoft.com/office/drawing/2014/main" id="{38FF52FB-E5D5-618A-9EB5-164A36FA957F}"/>
              </a:ext>
            </a:extLst>
          </p:cNvPr>
          <p:cNvSpPr/>
          <p:nvPr/>
        </p:nvSpPr>
        <p:spPr bwMode="gray">
          <a:xfrm>
            <a:off x="203749" y="1135583"/>
            <a:ext cx="2530983" cy="554690"/>
          </a:xfrm>
          <a:prstGeom prst="homePlate">
            <a:avLst/>
          </a:prstGeom>
          <a:solidFill>
            <a:schemeClr val="bg1">
              <a:lumMod val="65000"/>
            </a:schemeClr>
          </a:solidFill>
          <a:ln w="6350" algn="ctr">
            <a:no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r>
              <a:rPr lang="en-GB" sz="1800" b="1" kern="0">
                <a:solidFill>
                  <a:schemeClr val="bg1"/>
                </a:solidFill>
                <a:latin typeface="Calibri" panose="020F0502020204030204" pitchFamily="34" charset="0"/>
                <a:ea typeface="Calibri" panose="020F0502020204030204" pitchFamily="34" charset="0"/>
                <a:cs typeface="Calibri" panose="020F0502020204030204" pitchFamily="34" charset="0"/>
              </a:rPr>
              <a:t>Preparation phase</a:t>
            </a:r>
          </a:p>
        </p:txBody>
      </p:sp>
      <p:sp>
        <p:nvSpPr>
          <p:cNvPr id="5" name="Chevron 7">
            <a:extLst>
              <a:ext uri="{FF2B5EF4-FFF2-40B4-BE49-F238E27FC236}">
                <a16:creationId xmlns:a16="http://schemas.microsoft.com/office/drawing/2014/main" id="{9AE9D698-74E4-B02C-248F-B5FC3A1DD4C5}"/>
              </a:ext>
            </a:extLst>
          </p:cNvPr>
          <p:cNvSpPr/>
          <p:nvPr/>
        </p:nvSpPr>
        <p:spPr bwMode="gray">
          <a:xfrm>
            <a:off x="2455332" y="1135583"/>
            <a:ext cx="9536094" cy="554690"/>
          </a:xfrm>
          <a:prstGeom prst="chevron">
            <a:avLst/>
          </a:prstGeom>
          <a:solidFill>
            <a:schemeClr val="bg2">
              <a:lumMod val="75000"/>
            </a:schemeClr>
          </a:solidFill>
          <a:ln w="6350" algn="ctr">
            <a:no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r>
              <a:rPr lang="en-GB" sz="1800" b="1" kern="0">
                <a:solidFill>
                  <a:schemeClr val="bg1"/>
                </a:solidFill>
                <a:latin typeface="Calibri" panose="020F0502020204030204" pitchFamily="34" charset="0"/>
                <a:ea typeface="Calibri" panose="020F0502020204030204" pitchFamily="34" charset="0"/>
                <a:cs typeface="Calibri" panose="020F0502020204030204" pitchFamily="34" charset="0"/>
              </a:rPr>
              <a:t>Realization phase</a:t>
            </a:r>
          </a:p>
        </p:txBody>
      </p:sp>
      <p:sp>
        <p:nvSpPr>
          <p:cNvPr id="6" name="Chevron 12">
            <a:extLst>
              <a:ext uri="{FF2B5EF4-FFF2-40B4-BE49-F238E27FC236}">
                <a16:creationId xmlns:a16="http://schemas.microsoft.com/office/drawing/2014/main" id="{3C775938-8A2D-F9EB-AFC5-5D6BB26E9B7D}"/>
              </a:ext>
            </a:extLst>
          </p:cNvPr>
          <p:cNvSpPr/>
          <p:nvPr/>
        </p:nvSpPr>
        <p:spPr bwMode="gray">
          <a:xfrm>
            <a:off x="2527280" y="1870686"/>
            <a:ext cx="2747860" cy="704705"/>
          </a:xfrm>
          <a:prstGeom prst="chevron">
            <a:avLst/>
          </a:prstGeom>
          <a:solidFill>
            <a:srgbClr val="E9EEF5"/>
          </a:solidFill>
          <a:ln w="6350" algn="ctr">
            <a:no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r>
              <a:rPr lang="en-GB" sz="1150" kern="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System Conversion / Upgrade</a:t>
            </a:r>
          </a:p>
        </p:txBody>
      </p:sp>
      <p:grpSp>
        <p:nvGrpSpPr>
          <p:cNvPr id="11" name="Group 10">
            <a:extLst>
              <a:ext uri="{FF2B5EF4-FFF2-40B4-BE49-F238E27FC236}">
                <a16:creationId xmlns:a16="http://schemas.microsoft.com/office/drawing/2014/main" id="{D099EEC8-AE39-268D-52FC-3BBD2CC70BEC}"/>
              </a:ext>
            </a:extLst>
          </p:cNvPr>
          <p:cNvGrpSpPr/>
          <p:nvPr/>
        </p:nvGrpSpPr>
        <p:grpSpPr>
          <a:xfrm>
            <a:off x="2635333" y="2575409"/>
            <a:ext cx="2007855" cy="2565955"/>
            <a:chOff x="7306722" y="3247774"/>
            <a:chExt cx="2008322" cy="2459094"/>
          </a:xfrm>
        </p:grpSpPr>
        <p:sp>
          <p:nvSpPr>
            <p:cNvPr id="64" name="TextBox 63">
              <a:extLst>
                <a:ext uri="{FF2B5EF4-FFF2-40B4-BE49-F238E27FC236}">
                  <a16:creationId xmlns:a16="http://schemas.microsoft.com/office/drawing/2014/main" id="{A48CDC77-51D9-3484-1C2D-3F084119C0B1}"/>
                </a:ext>
              </a:extLst>
            </p:cNvPr>
            <p:cNvSpPr txBox="1"/>
            <p:nvPr/>
          </p:nvSpPr>
          <p:spPr>
            <a:xfrm>
              <a:off x="7306722" y="5382414"/>
              <a:ext cx="2008322" cy="324454"/>
            </a:xfrm>
            <a:prstGeom prst="rect">
              <a:avLst/>
            </a:prstGeom>
            <a:noFill/>
          </p:spPr>
          <p:txBody>
            <a:bodyPr wrap="square" lIns="0" tIns="0" rIns="0" bIns="0" rtlCol="0">
              <a:spAutoFit/>
            </a:bodyPr>
            <a:lstStyle/>
            <a:p>
              <a:pPr algn="ctr" defTabSz="914034" fontAlgn="base">
                <a:spcBef>
                  <a:spcPct val="50000"/>
                </a:spcBef>
                <a:spcAft>
                  <a:spcPct val="0"/>
                </a:spcAft>
                <a:buClr>
                  <a:srgbClr val="F0AB00"/>
                </a:buClr>
                <a:buSzPct val="80000"/>
              </a:pPr>
              <a:r>
                <a:rPr lang="en-GB" sz="1100" kern="0">
                  <a:solidFill>
                    <a:srgbClr val="2F3850"/>
                  </a:solidFill>
                  <a:latin typeface="Calibri" panose="020F0502020204030204" pitchFamily="34" charset="0"/>
                  <a:ea typeface="Calibri" panose="020F0502020204030204" pitchFamily="34" charset="0"/>
                  <a:cs typeface="Calibri" panose="020F0502020204030204" pitchFamily="34" charset="0"/>
                </a:rPr>
                <a:t>SPDD – Mandatory data dictionary adjustments</a:t>
              </a:r>
            </a:p>
          </p:txBody>
        </p:sp>
        <p:grpSp>
          <p:nvGrpSpPr>
            <p:cNvPr id="65" name="Group 64">
              <a:extLst>
                <a:ext uri="{FF2B5EF4-FFF2-40B4-BE49-F238E27FC236}">
                  <a16:creationId xmlns:a16="http://schemas.microsoft.com/office/drawing/2014/main" id="{B1FA6882-779B-1CD1-05DC-0D9932262464}"/>
                </a:ext>
              </a:extLst>
            </p:cNvPr>
            <p:cNvGrpSpPr/>
            <p:nvPr/>
          </p:nvGrpSpPr>
          <p:grpSpPr>
            <a:xfrm>
              <a:off x="7634261" y="3717252"/>
              <a:ext cx="1353245" cy="1501689"/>
              <a:chOff x="4886043" y="1180571"/>
              <a:chExt cx="2362994" cy="2622207"/>
            </a:xfrm>
          </p:grpSpPr>
          <p:sp>
            <p:nvSpPr>
              <p:cNvPr id="67" name="Oval 66">
                <a:extLst>
                  <a:ext uri="{FF2B5EF4-FFF2-40B4-BE49-F238E27FC236}">
                    <a16:creationId xmlns:a16="http://schemas.microsoft.com/office/drawing/2014/main" id="{F674154A-9E35-47CA-47FA-989EF1DA6CA6}"/>
                  </a:ext>
                </a:extLst>
              </p:cNvPr>
              <p:cNvSpPr/>
              <p:nvPr/>
            </p:nvSpPr>
            <p:spPr bwMode="gray">
              <a:xfrm>
                <a:off x="4886043" y="1439780"/>
                <a:ext cx="2362994" cy="2362998"/>
              </a:xfrm>
              <a:prstGeom prst="ellipse">
                <a:avLst/>
              </a:prstGeom>
              <a:noFill/>
              <a:ln w="12700" algn="ctr">
                <a:solidFill>
                  <a:srgbClr val="FFC000"/>
                </a:solidFill>
                <a:prstDash val="sysDash"/>
                <a:miter lim="800000"/>
                <a:headEnd/>
                <a:tailEnd/>
              </a:ln>
            </p:spPr>
            <p:txBody>
              <a:bodyPr lIns="89958" tIns="71966" rIns="89958" bIns="71966" rtlCol="0" anchor="ctr"/>
              <a:lstStyle/>
              <a:p>
                <a:pPr algn="ctr" fontAlgn="base">
                  <a:spcBef>
                    <a:spcPts val="600"/>
                  </a:spcBef>
                  <a:spcAft>
                    <a:spcPct val="0"/>
                  </a:spcAft>
                  <a:buClr>
                    <a:srgbClr val="F0AB00"/>
                  </a:buClr>
                  <a:buSzPct val="80000"/>
                </a:pPr>
                <a:endParaRPr lang="en-US" sz="2000" kern="0">
                  <a:solidFill>
                    <a:srgbClr val="DCD472"/>
                  </a:solidFill>
                  <a:latin typeface="Calibri" panose="020F0502020204030204" pitchFamily="34" charset="0"/>
                  <a:ea typeface="Calibri" panose="020F0502020204030204" pitchFamily="34" charset="0"/>
                  <a:cs typeface="Calibri" panose="020F0502020204030204" pitchFamily="34" charset="0"/>
                </a:endParaRPr>
              </a:p>
            </p:txBody>
          </p:sp>
          <p:sp>
            <p:nvSpPr>
              <p:cNvPr id="68" name="Triangle 72">
                <a:extLst>
                  <a:ext uri="{FF2B5EF4-FFF2-40B4-BE49-F238E27FC236}">
                    <a16:creationId xmlns:a16="http://schemas.microsoft.com/office/drawing/2014/main" id="{330946A2-3B22-BD8C-023D-1FF9E820EEC3}"/>
                  </a:ext>
                </a:extLst>
              </p:cNvPr>
              <p:cNvSpPr/>
              <p:nvPr/>
            </p:nvSpPr>
            <p:spPr bwMode="gray">
              <a:xfrm>
                <a:off x="5922665" y="1180571"/>
                <a:ext cx="259082" cy="223345"/>
              </a:xfrm>
              <a:prstGeom prst="triangle">
                <a:avLst/>
              </a:prstGeom>
              <a:solidFill>
                <a:srgbClr val="0097BE"/>
              </a:solidFill>
              <a:ln w="6350" algn="ctr">
                <a:solidFill>
                  <a:srgbClr val="FFC000"/>
                </a:solid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endParaRPr lang="en-GB" sz="2000" kern="0" err="1">
                  <a:latin typeface="Calibri" panose="020F0502020204030204" pitchFamily="34" charset="0"/>
                  <a:ea typeface="Calibri" panose="020F0502020204030204" pitchFamily="34" charset="0"/>
                  <a:cs typeface="Calibri" panose="020F0502020204030204" pitchFamily="34" charset="0"/>
                </a:endParaRPr>
              </a:p>
            </p:txBody>
          </p:sp>
          <p:sp>
            <p:nvSpPr>
              <p:cNvPr id="69" name="Oval 68">
                <a:extLst>
                  <a:ext uri="{FF2B5EF4-FFF2-40B4-BE49-F238E27FC236}">
                    <a16:creationId xmlns:a16="http://schemas.microsoft.com/office/drawing/2014/main" id="{E35F48AF-86AA-5120-1E8B-0395158A6892}"/>
                  </a:ext>
                </a:extLst>
              </p:cNvPr>
              <p:cNvSpPr/>
              <p:nvPr/>
            </p:nvSpPr>
            <p:spPr bwMode="gray">
              <a:xfrm>
                <a:off x="5038444" y="1592179"/>
                <a:ext cx="2048252" cy="2048257"/>
              </a:xfrm>
              <a:prstGeom prst="ellipse">
                <a:avLst/>
              </a:prstGeom>
              <a:solidFill>
                <a:srgbClr val="0097BE"/>
              </a:solidFill>
              <a:ln w="12700" algn="ctr">
                <a:solidFill>
                  <a:srgbClr val="FFC000"/>
                </a:solidFill>
                <a:prstDash val="sysDash"/>
                <a:miter lim="800000"/>
                <a:headEnd/>
                <a:tailEnd/>
              </a:ln>
            </p:spPr>
            <p:txBody>
              <a:bodyPr lIns="0" tIns="0" rIns="0" bIns="0" rtlCol="0" anchor="ctr"/>
              <a:lstStyle/>
              <a:p>
                <a:pPr algn="ctr" fontAlgn="base">
                  <a:spcBef>
                    <a:spcPts val="600"/>
                  </a:spcBef>
                  <a:spcAft>
                    <a:spcPct val="0"/>
                  </a:spcAft>
                  <a:buClr>
                    <a:srgbClr val="F0AB00"/>
                  </a:buClr>
                  <a:buSzPct val="80000"/>
                </a:pPr>
                <a:r>
                  <a:rPr lang="en-GB" sz="1100" kern="0">
                    <a:solidFill>
                      <a:schemeClr val="bg1"/>
                    </a:solidFill>
                    <a:latin typeface="Calibri" panose="020F0502020204030204" pitchFamily="34" charset="0"/>
                    <a:ea typeface="Calibri" panose="020F0502020204030204" pitchFamily="34" charset="0"/>
                    <a:cs typeface="Calibri" panose="020F0502020204030204" pitchFamily="34" charset="0"/>
                  </a:rPr>
                  <a:t>SPDD </a:t>
                </a:r>
              </a:p>
            </p:txBody>
          </p:sp>
        </p:grpSp>
        <p:cxnSp>
          <p:nvCxnSpPr>
            <p:cNvPr id="66" name="Straight Connector 65">
              <a:extLst>
                <a:ext uri="{FF2B5EF4-FFF2-40B4-BE49-F238E27FC236}">
                  <a16:creationId xmlns:a16="http://schemas.microsoft.com/office/drawing/2014/main" id="{B3053D57-5F90-94B5-823C-15E0A6266D6F}"/>
                </a:ext>
              </a:extLst>
            </p:cNvPr>
            <p:cNvCxnSpPr/>
            <p:nvPr/>
          </p:nvCxnSpPr>
          <p:spPr>
            <a:xfrm>
              <a:off x="8302102" y="3247774"/>
              <a:ext cx="1" cy="490025"/>
            </a:xfrm>
            <a:prstGeom prst="line">
              <a:avLst/>
            </a:prstGeom>
            <a:ln w="22225">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099CE96B-5146-B970-F759-57CDA4DFECBD}"/>
              </a:ext>
            </a:extLst>
          </p:cNvPr>
          <p:cNvGrpSpPr/>
          <p:nvPr/>
        </p:nvGrpSpPr>
        <p:grpSpPr>
          <a:xfrm>
            <a:off x="269367" y="1863453"/>
            <a:ext cx="11744832" cy="712508"/>
            <a:chOff x="5044344" y="2184435"/>
            <a:chExt cx="7700350" cy="712673"/>
          </a:xfrm>
        </p:grpSpPr>
        <p:sp>
          <p:nvSpPr>
            <p:cNvPr id="71" name="Chevron 43">
              <a:extLst>
                <a:ext uri="{FF2B5EF4-FFF2-40B4-BE49-F238E27FC236}">
                  <a16:creationId xmlns:a16="http://schemas.microsoft.com/office/drawing/2014/main" id="{8FC4652B-0E1A-208D-15A8-FA500255AF71}"/>
                </a:ext>
              </a:extLst>
            </p:cNvPr>
            <p:cNvSpPr/>
            <p:nvPr/>
          </p:nvSpPr>
          <p:spPr bwMode="gray">
            <a:xfrm>
              <a:off x="5044344" y="2184435"/>
              <a:ext cx="1616385" cy="704868"/>
            </a:xfrm>
            <a:prstGeom prst="chevron">
              <a:avLst/>
            </a:prstGeom>
            <a:solidFill>
              <a:srgbClr val="3F5F7D"/>
            </a:solidFill>
            <a:ln w="25400" algn="ctr">
              <a:solidFill>
                <a:srgbClr val="FFC000"/>
              </a:solid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r>
                <a:rPr lang="en-GB" sz="1150" kern="0">
                  <a:solidFill>
                    <a:schemeClr val="bg1"/>
                  </a:solidFill>
                  <a:latin typeface="Calibri" panose="020F0502020204030204" pitchFamily="34" charset="0"/>
                  <a:ea typeface="Calibri" panose="020F0502020204030204" pitchFamily="34" charset="0"/>
                  <a:cs typeface="Calibri" panose="020F0502020204030204" pitchFamily="34" charset="0"/>
                </a:rPr>
                <a:t>Custom code preparation</a:t>
              </a:r>
            </a:p>
          </p:txBody>
        </p:sp>
        <p:sp>
          <p:nvSpPr>
            <p:cNvPr id="72" name="Chevron 44">
              <a:extLst>
                <a:ext uri="{FF2B5EF4-FFF2-40B4-BE49-F238E27FC236}">
                  <a16:creationId xmlns:a16="http://schemas.microsoft.com/office/drawing/2014/main" id="{36852725-B65B-D92B-8820-A481CFE45356}"/>
                </a:ext>
              </a:extLst>
            </p:cNvPr>
            <p:cNvSpPr/>
            <p:nvPr/>
          </p:nvSpPr>
          <p:spPr bwMode="gray">
            <a:xfrm>
              <a:off x="8169451" y="2191671"/>
              <a:ext cx="4575243" cy="705437"/>
            </a:xfrm>
            <a:prstGeom prst="chevron">
              <a:avLst/>
            </a:prstGeom>
            <a:solidFill>
              <a:srgbClr val="0097BE"/>
            </a:solidFill>
            <a:ln w="25400" algn="ctr">
              <a:solidFill>
                <a:srgbClr val="FFC000"/>
              </a:solid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r>
                <a:rPr lang="en-US" sz="1150" kern="0">
                  <a:solidFill>
                    <a:schemeClr val="bg1"/>
                  </a:solidFill>
                  <a:latin typeface="Calibri" panose="020F0502020204030204" pitchFamily="34" charset="0"/>
                  <a:ea typeface="Calibri" panose="020F0502020204030204" pitchFamily="34" charset="0"/>
                  <a:cs typeface="Calibri" panose="020F0502020204030204" pitchFamily="34" charset="0"/>
                </a:rPr>
                <a:t>Post conversion / upgrade activities</a:t>
              </a:r>
            </a:p>
          </p:txBody>
        </p:sp>
      </p:grpSp>
      <p:grpSp>
        <p:nvGrpSpPr>
          <p:cNvPr id="73" name="Group 72">
            <a:extLst>
              <a:ext uri="{FF2B5EF4-FFF2-40B4-BE49-F238E27FC236}">
                <a16:creationId xmlns:a16="http://schemas.microsoft.com/office/drawing/2014/main" id="{7885B072-8CA5-A24A-6C82-5AD315D8E25F}"/>
              </a:ext>
            </a:extLst>
          </p:cNvPr>
          <p:cNvGrpSpPr/>
          <p:nvPr/>
        </p:nvGrpSpPr>
        <p:grpSpPr>
          <a:xfrm>
            <a:off x="681235" y="3108917"/>
            <a:ext cx="2143918" cy="2387376"/>
            <a:chOff x="6363255" y="3762691"/>
            <a:chExt cx="2030714" cy="2387926"/>
          </a:xfrm>
        </p:grpSpPr>
        <p:sp>
          <p:nvSpPr>
            <p:cNvPr id="75" name="TextBox 74">
              <a:extLst>
                <a:ext uri="{FF2B5EF4-FFF2-40B4-BE49-F238E27FC236}">
                  <a16:creationId xmlns:a16="http://schemas.microsoft.com/office/drawing/2014/main" id="{0882D3EB-57C2-66FE-F3B8-42A0FA6500F2}"/>
                </a:ext>
              </a:extLst>
            </p:cNvPr>
            <p:cNvSpPr txBox="1"/>
            <p:nvPr/>
          </p:nvSpPr>
          <p:spPr>
            <a:xfrm>
              <a:off x="6376224" y="5304035"/>
              <a:ext cx="2017745" cy="846582"/>
            </a:xfrm>
            <a:prstGeom prst="rect">
              <a:avLst/>
            </a:prstGeom>
            <a:noFill/>
            <a:ln>
              <a:noFill/>
            </a:ln>
          </p:spPr>
          <p:txBody>
            <a:bodyPr wrap="square" lIns="0" tIns="0" rIns="0" bIns="0" rtlCol="0">
              <a:spAutoFit/>
            </a:bodyPr>
            <a:lstStyle/>
            <a:p>
              <a:pPr defTabSz="914034" fontAlgn="base">
                <a:spcBef>
                  <a:spcPct val="50000"/>
                </a:spcBef>
                <a:spcAft>
                  <a:spcPct val="0"/>
                </a:spcAft>
                <a:buClr>
                  <a:srgbClr val="F0AB00"/>
                </a:buClr>
                <a:buSzPct val="80000"/>
              </a:pPr>
              <a:r>
                <a:rPr lang="en-GB" sz="1100" kern="0">
                  <a:solidFill>
                    <a:srgbClr val="2F3850"/>
                  </a:solidFill>
                  <a:latin typeface="Calibri" panose="020F0502020204030204" pitchFamily="34" charset="0"/>
                  <a:ea typeface="Calibri" panose="020F0502020204030204" pitchFamily="34" charset="0"/>
                  <a:cs typeface="Calibri" panose="020F0502020204030204" pitchFamily="34" charset="0"/>
                </a:rPr>
                <a:t>Custom Code Scope :</a:t>
              </a:r>
            </a:p>
            <a:p>
              <a:pPr marL="171450" indent="-171450" defTabSz="914034" fontAlgn="base">
                <a:spcBef>
                  <a:spcPct val="50000"/>
                </a:spcBef>
                <a:spcAft>
                  <a:spcPct val="0"/>
                </a:spcAft>
                <a:buClr>
                  <a:srgbClr val="F0AB00"/>
                </a:buClr>
                <a:buSzPct val="80000"/>
                <a:buFontTx/>
                <a:buChar char="-"/>
              </a:pPr>
              <a:r>
                <a:rPr lang="en-GB" sz="1100" kern="0">
                  <a:solidFill>
                    <a:srgbClr val="2F3850"/>
                  </a:solidFill>
                  <a:latin typeface="Calibri" panose="020F0502020204030204" pitchFamily="34" charset="0"/>
                  <a:ea typeface="Calibri" panose="020F0502020204030204" pitchFamily="34" charset="0"/>
                  <a:cs typeface="Calibri" panose="020F0502020204030204" pitchFamily="34" charset="0"/>
                </a:rPr>
                <a:t>SPDD / SPAU  </a:t>
              </a:r>
            </a:p>
            <a:p>
              <a:pPr marL="171450" indent="-171450" defTabSz="914034" fontAlgn="base">
                <a:spcBef>
                  <a:spcPct val="50000"/>
                </a:spcBef>
                <a:spcAft>
                  <a:spcPct val="0"/>
                </a:spcAft>
                <a:buClr>
                  <a:srgbClr val="F0AB00"/>
                </a:buClr>
                <a:buSzPct val="80000"/>
                <a:buFontTx/>
                <a:buChar char="-"/>
              </a:pPr>
              <a:r>
                <a:rPr lang="en-GB" sz="1100" kern="0">
                  <a:solidFill>
                    <a:srgbClr val="2F3850"/>
                  </a:solidFill>
                  <a:latin typeface="Calibri" panose="020F0502020204030204" pitchFamily="34" charset="0"/>
                  <a:ea typeface="Calibri" panose="020F0502020204030204" pitchFamily="34" charset="0"/>
                  <a:cs typeface="Calibri" panose="020F0502020204030204" pitchFamily="34" charset="0"/>
                </a:rPr>
                <a:t>HANA Code Adaptation  and  S4 HANA Remediation </a:t>
              </a:r>
            </a:p>
          </p:txBody>
        </p:sp>
        <p:grpSp>
          <p:nvGrpSpPr>
            <p:cNvPr id="76" name="Group 75">
              <a:extLst>
                <a:ext uri="{FF2B5EF4-FFF2-40B4-BE49-F238E27FC236}">
                  <a16:creationId xmlns:a16="http://schemas.microsoft.com/office/drawing/2014/main" id="{09259AAB-CC71-C2B0-5EFB-9A507A6DD611}"/>
                </a:ext>
              </a:extLst>
            </p:cNvPr>
            <p:cNvGrpSpPr/>
            <p:nvPr/>
          </p:nvGrpSpPr>
          <p:grpSpPr>
            <a:xfrm>
              <a:off x="6363255" y="3762691"/>
              <a:ext cx="1353244" cy="1481150"/>
              <a:chOff x="6630988" y="1301450"/>
              <a:chExt cx="2362994" cy="2586339"/>
            </a:xfrm>
          </p:grpSpPr>
          <p:sp>
            <p:nvSpPr>
              <p:cNvPr id="77" name="Oval 76">
                <a:extLst>
                  <a:ext uri="{FF2B5EF4-FFF2-40B4-BE49-F238E27FC236}">
                    <a16:creationId xmlns:a16="http://schemas.microsoft.com/office/drawing/2014/main" id="{D5F259D7-6FCF-F056-0AA4-76F430EB635B}"/>
                  </a:ext>
                </a:extLst>
              </p:cNvPr>
              <p:cNvSpPr/>
              <p:nvPr/>
            </p:nvSpPr>
            <p:spPr bwMode="gray">
              <a:xfrm>
                <a:off x="6630988" y="1524795"/>
                <a:ext cx="2362994" cy="2362994"/>
              </a:xfrm>
              <a:prstGeom prst="ellipse">
                <a:avLst/>
              </a:prstGeom>
              <a:noFill/>
              <a:ln w="12700" algn="ctr">
                <a:solidFill>
                  <a:srgbClr val="FFC000"/>
                </a:solidFill>
                <a:prstDash val="sysDash"/>
                <a:miter lim="800000"/>
                <a:headEnd/>
                <a:tailEnd/>
              </a:ln>
            </p:spPr>
            <p:txBody>
              <a:bodyPr lIns="89958" tIns="71966" rIns="89958" bIns="71966" rtlCol="0" anchor="ctr"/>
              <a:lstStyle/>
              <a:p>
                <a:pPr algn="ctr" fontAlgn="base">
                  <a:spcBef>
                    <a:spcPts val="600"/>
                  </a:spcBef>
                  <a:spcAft>
                    <a:spcPct val="0"/>
                  </a:spcAft>
                  <a:buClr>
                    <a:srgbClr val="F0AB00"/>
                  </a:buClr>
                  <a:buSzPct val="80000"/>
                </a:pPr>
                <a:endParaRPr lang="en-US" sz="2000" kern="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78" name="Triangle 57">
                <a:extLst>
                  <a:ext uri="{FF2B5EF4-FFF2-40B4-BE49-F238E27FC236}">
                    <a16:creationId xmlns:a16="http://schemas.microsoft.com/office/drawing/2014/main" id="{E86FDEDB-D8AE-CF57-6B92-A33ECF623484}"/>
                  </a:ext>
                </a:extLst>
              </p:cNvPr>
              <p:cNvSpPr/>
              <p:nvPr/>
            </p:nvSpPr>
            <p:spPr bwMode="gray">
              <a:xfrm>
                <a:off x="7677974" y="1301450"/>
                <a:ext cx="259081" cy="223346"/>
              </a:xfrm>
              <a:prstGeom prst="triangle">
                <a:avLst/>
              </a:prstGeom>
              <a:solidFill>
                <a:srgbClr val="3F5F7D"/>
              </a:solidFill>
              <a:ln w="6350" algn="ctr">
                <a:solidFill>
                  <a:srgbClr val="FFC000"/>
                </a:solid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endParaRPr lang="en-GB" sz="2000" kern="0" err="1">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79" name="Oval 78">
                <a:extLst>
                  <a:ext uri="{FF2B5EF4-FFF2-40B4-BE49-F238E27FC236}">
                    <a16:creationId xmlns:a16="http://schemas.microsoft.com/office/drawing/2014/main" id="{66FB2310-FD27-EA3B-E9BB-4E870AF62A78}"/>
                  </a:ext>
                </a:extLst>
              </p:cNvPr>
              <p:cNvSpPr/>
              <p:nvPr/>
            </p:nvSpPr>
            <p:spPr bwMode="gray">
              <a:xfrm>
                <a:off x="6783388" y="1677195"/>
                <a:ext cx="2048253" cy="2048253"/>
              </a:xfrm>
              <a:prstGeom prst="ellipse">
                <a:avLst/>
              </a:prstGeom>
              <a:solidFill>
                <a:srgbClr val="3F5F7D"/>
              </a:solidFill>
              <a:ln w="12700" algn="ctr">
                <a:solidFill>
                  <a:srgbClr val="FFC000"/>
                </a:solidFill>
                <a:prstDash val="sysDash"/>
                <a:miter lim="800000"/>
                <a:headEnd/>
                <a:tailEnd/>
              </a:ln>
            </p:spPr>
            <p:txBody>
              <a:bodyPr lIns="0" tIns="0" rIns="0" bIns="0" rtlCol="0" anchor="ctr"/>
              <a:lstStyle/>
              <a:p>
                <a:pPr algn="ctr" fontAlgn="base">
                  <a:spcBef>
                    <a:spcPts val="600"/>
                  </a:spcBef>
                  <a:spcAft>
                    <a:spcPct val="0"/>
                  </a:spcAft>
                  <a:buClr>
                    <a:srgbClr val="F0AB00"/>
                  </a:buClr>
                  <a:buSzPct val="80000"/>
                </a:pPr>
                <a:r>
                  <a:rPr lang="en-GB" sz="1100" kern="0">
                    <a:solidFill>
                      <a:schemeClr val="bg1"/>
                    </a:solidFill>
                    <a:latin typeface="Calibri" panose="020F0502020204030204" pitchFamily="34" charset="0"/>
                    <a:ea typeface="Calibri" panose="020F0502020204030204" pitchFamily="34" charset="0"/>
                    <a:cs typeface="Calibri" panose="020F0502020204030204" pitchFamily="34" charset="0"/>
                  </a:rPr>
                  <a:t>Custom code assessment</a:t>
                </a:r>
              </a:p>
            </p:txBody>
          </p:sp>
        </p:grpSp>
      </p:grpSp>
      <p:grpSp>
        <p:nvGrpSpPr>
          <p:cNvPr id="81" name="Group 80">
            <a:extLst>
              <a:ext uri="{FF2B5EF4-FFF2-40B4-BE49-F238E27FC236}">
                <a16:creationId xmlns:a16="http://schemas.microsoft.com/office/drawing/2014/main" id="{70E35068-6CCF-C355-44EA-33E32309E6F5}"/>
              </a:ext>
            </a:extLst>
          </p:cNvPr>
          <p:cNvGrpSpPr/>
          <p:nvPr/>
        </p:nvGrpSpPr>
        <p:grpSpPr>
          <a:xfrm>
            <a:off x="6803575" y="2569996"/>
            <a:ext cx="1352931" cy="1982542"/>
            <a:chOff x="9911740" y="2872346"/>
            <a:chExt cx="1353244" cy="1983001"/>
          </a:xfrm>
        </p:grpSpPr>
        <p:cxnSp>
          <p:nvCxnSpPr>
            <p:cNvPr id="82" name="Straight Connector 81">
              <a:extLst>
                <a:ext uri="{FF2B5EF4-FFF2-40B4-BE49-F238E27FC236}">
                  <a16:creationId xmlns:a16="http://schemas.microsoft.com/office/drawing/2014/main" id="{34A52008-75F9-907F-4CB0-8A7693DCDA6E}"/>
                </a:ext>
              </a:extLst>
            </p:cNvPr>
            <p:cNvCxnSpPr/>
            <p:nvPr/>
          </p:nvCxnSpPr>
          <p:spPr>
            <a:xfrm>
              <a:off x="10588363" y="2872346"/>
              <a:ext cx="1" cy="463740"/>
            </a:xfrm>
            <a:prstGeom prst="line">
              <a:avLst/>
            </a:prstGeom>
            <a:ln w="22225">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67A1E60C-D950-0ABA-AAAF-C58AF1A92A2C}"/>
                </a:ext>
              </a:extLst>
            </p:cNvPr>
            <p:cNvGrpSpPr/>
            <p:nvPr/>
          </p:nvGrpSpPr>
          <p:grpSpPr>
            <a:xfrm>
              <a:off x="9911740" y="3365726"/>
              <a:ext cx="1353244" cy="1489621"/>
              <a:chOff x="9918094" y="3348195"/>
              <a:chExt cx="1353244" cy="1489621"/>
            </a:xfrm>
          </p:grpSpPr>
          <p:grpSp>
            <p:nvGrpSpPr>
              <p:cNvPr id="84" name="Group 83">
                <a:extLst>
                  <a:ext uri="{FF2B5EF4-FFF2-40B4-BE49-F238E27FC236}">
                    <a16:creationId xmlns:a16="http://schemas.microsoft.com/office/drawing/2014/main" id="{E97BDA48-2F14-E1D3-5369-5C1189FA7D3E}"/>
                  </a:ext>
                </a:extLst>
              </p:cNvPr>
              <p:cNvGrpSpPr/>
              <p:nvPr/>
            </p:nvGrpSpPr>
            <p:grpSpPr>
              <a:xfrm>
                <a:off x="9918094" y="3348195"/>
                <a:ext cx="1353244" cy="1489621"/>
                <a:chOff x="5625427" y="547280"/>
                <a:chExt cx="2362994" cy="2601129"/>
              </a:xfrm>
            </p:grpSpPr>
            <p:sp>
              <p:nvSpPr>
                <p:cNvPr id="86" name="Oval 85">
                  <a:extLst>
                    <a:ext uri="{FF2B5EF4-FFF2-40B4-BE49-F238E27FC236}">
                      <a16:creationId xmlns:a16="http://schemas.microsoft.com/office/drawing/2014/main" id="{5D3A322B-4961-9AD4-2F49-7CF6CDF56974}"/>
                    </a:ext>
                  </a:extLst>
                </p:cNvPr>
                <p:cNvSpPr/>
                <p:nvPr/>
              </p:nvSpPr>
              <p:spPr bwMode="gray">
                <a:xfrm>
                  <a:off x="5625427" y="785415"/>
                  <a:ext cx="2362994" cy="2362994"/>
                </a:xfrm>
                <a:prstGeom prst="ellipse">
                  <a:avLst/>
                </a:prstGeom>
                <a:noFill/>
                <a:ln w="12700" algn="ctr">
                  <a:solidFill>
                    <a:srgbClr val="FFC000"/>
                  </a:solidFill>
                  <a:prstDash val="sysDash"/>
                  <a:miter lim="800000"/>
                  <a:headEnd/>
                  <a:tailEnd/>
                </a:ln>
              </p:spPr>
              <p:txBody>
                <a:bodyPr lIns="89958" tIns="71966" rIns="89958" bIns="71966" rtlCol="0" anchor="ctr"/>
                <a:lstStyle/>
                <a:p>
                  <a:pPr algn="ctr" fontAlgn="base">
                    <a:spcBef>
                      <a:spcPts val="600"/>
                    </a:spcBef>
                    <a:spcAft>
                      <a:spcPct val="0"/>
                    </a:spcAft>
                    <a:buClr>
                      <a:srgbClr val="F0AB00"/>
                    </a:buClr>
                    <a:buSzPct val="80000"/>
                  </a:pPr>
                  <a:endParaRPr lang="en-US" sz="2000" kern="0">
                    <a:solidFill>
                      <a:srgbClr val="DCD472"/>
                    </a:solidFill>
                    <a:latin typeface="Calibri" panose="020F0502020204030204" pitchFamily="34" charset="0"/>
                    <a:ea typeface="Calibri" panose="020F0502020204030204" pitchFamily="34" charset="0"/>
                    <a:cs typeface="Calibri" panose="020F0502020204030204" pitchFamily="34" charset="0"/>
                  </a:endParaRPr>
                </a:p>
              </p:txBody>
            </p:sp>
            <p:sp>
              <p:nvSpPr>
                <p:cNvPr id="87" name="Triangle 25">
                  <a:extLst>
                    <a:ext uri="{FF2B5EF4-FFF2-40B4-BE49-F238E27FC236}">
                      <a16:creationId xmlns:a16="http://schemas.microsoft.com/office/drawing/2014/main" id="{731FE64D-C202-51B1-5633-0BDC0CA8A9E9}"/>
                    </a:ext>
                  </a:extLst>
                </p:cNvPr>
                <p:cNvSpPr/>
                <p:nvPr/>
              </p:nvSpPr>
              <p:spPr bwMode="gray">
                <a:xfrm>
                  <a:off x="6672412" y="547280"/>
                  <a:ext cx="259082" cy="223346"/>
                </a:xfrm>
                <a:prstGeom prst="triangle">
                  <a:avLst/>
                </a:prstGeom>
                <a:solidFill>
                  <a:srgbClr val="0097BE"/>
                </a:solidFill>
                <a:ln w="6350" algn="ctr">
                  <a:solidFill>
                    <a:srgbClr val="FFC000"/>
                  </a:solid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endParaRPr lang="en-GB" sz="2000" kern="0" err="1">
                    <a:latin typeface="Calibri" panose="020F0502020204030204" pitchFamily="34" charset="0"/>
                    <a:ea typeface="Calibri" panose="020F0502020204030204" pitchFamily="34" charset="0"/>
                    <a:cs typeface="Calibri" panose="020F0502020204030204" pitchFamily="34" charset="0"/>
                  </a:endParaRPr>
                </a:p>
              </p:txBody>
            </p:sp>
          </p:grpSp>
          <p:sp>
            <p:nvSpPr>
              <p:cNvPr id="85" name="Oval 84">
                <a:extLst>
                  <a:ext uri="{FF2B5EF4-FFF2-40B4-BE49-F238E27FC236}">
                    <a16:creationId xmlns:a16="http://schemas.microsoft.com/office/drawing/2014/main" id="{4F05002F-4032-272C-B352-C1382230FF99}"/>
                  </a:ext>
                </a:extLst>
              </p:cNvPr>
              <p:cNvSpPr/>
              <p:nvPr/>
            </p:nvSpPr>
            <p:spPr bwMode="gray">
              <a:xfrm>
                <a:off x="10004503" y="3572747"/>
                <a:ext cx="1172998" cy="1172998"/>
              </a:xfrm>
              <a:prstGeom prst="ellipse">
                <a:avLst/>
              </a:prstGeom>
              <a:solidFill>
                <a:srgbClr val="0097BE"/>
              </a:solidFill>
              <a:ln w="12700" algn="ctr">
                <a:solidFill>
                  <a:srgbClr val="FFC000"/>
                </a:solidFill>
                <a:prstDash val="sysDash"/>
                <a:miter lim="800000"/>
                <a:headEnd/>
                <a:tailEnd/>
              </a:ln>
            </p:spPr>
            <p:txBody>
              <a:bodyPr lIns="0" tIns="0" rIns="0" bIns="0" rtlCol="0" anchor="ctr"/>
              <a:lstStyle/>
              <a:p>
                <a:pPr algn="ctr" fontAlgn="base">
                  <a:spcBef>
                    <a:spcPts val="600"/>
                  </a:spcBef>
                  <a:spcAft>
                    <a:spcPct val="0"/>
                  </a:spcAft>
                  <a:buClr>
                    <a:srgbClr val="F0AB00"/>
                  </a:buClr>
                  <a:buSzPct val="80000"/>
                </a:pPr>
                <a:r>
                  <a:rPr lang="en-GB" sz="1100" kern="0">
                    <a:solidFill>
                      <a:schemeClr val="bg1"/>
                    </a:solidFill>
                    <a:latin typeface="Calibri" panose="020F0502020204030204" pitchFamily="34" charset="0"/>
                    <a:ea typeface="Calibri" panose="020F0502020204030204" pitchFamily="34" charset="0"/>
                    <a:cs typeface="Calibri" panose="020F0502020204030204" pitchFamily="34" charset="0"/>
                  </a:rPr>
                  <a:t>HANA Code Adaptation</a:t>
                </a:r>
              </a:p>
            </p:txBody>
          </p:sp>
        </p:grpSp>
      </p:grpSp>
      <p:cxnSp>
        <p:nvCxnSpPr>
          <p:cNvPr id="88" name="Straight Connector 87">
            <a:extLst>
              <a:ext uri="{FF2B5EF4-FFF2-40B4-BE49-F238E27FC236}">
                <a16:creationId xmlns:a16="http://schemas.microsoft.com/office/drawing/2014/main" id="{74B2FAD3-F360-739C-0E96-EE0D2854BECA}"/>
              </a:ext>
            </a:extLst>
          </p:cNvPr>
          <p:cNvCxnSpPr/>
          <p:nvPr/>
        </p:nvCxnSpPr>
        <p:spPr>
          <a:xfrm>
            <a:off x="1398608" y="2568158"/>
            <a:ext cx="1" cy="511319"/>
          </a:xfrm>
          <a:prstGeom prst="line">
            <a:avLst/>
          </a:prstGeom>
          <a:ln w="22225">
            <a:solidFill>
              <a:srgbClr val="FFC000"/>
            </a:solidFill>
            <a:prstDash val="sysDash"/>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EAC4449C-68D6-2B10-7CDB-F4555538ADB0}"/>
              </a:ext>
            </a:extLst>
          </p:cNvPr>
          <p:cNvSpPr txBox="1"/>
          <p:nvPr/>
        </p:nvSpPr>
        <p:spPr>
          <a:xfrm>
            <a:off x="4832763" y="4799707"/>
            <a:ext cx="2007855" cy="338554"/>
          </a:xfrm>
          <a:prstGeom prst="rect">
            <a:avLst/>
          </a:prstGeom>
          <a:noFill/>
        </p:spPr>
        <p:txBody>
          <a:bodyPr wrap="square" lIns="0" tIns="0" rIns="0" bIns="0" rtlCol="0">
            <a:spAutoFit/>
          </a:bodyPr>
          <a:lstStyle/>
          <a:p>
            <a:pPr algn="ctr" defTabSz="914034" fontAlgn="base">
              <a:spcBef>
                <a:spcPct val="50000"/>
              </a:spcBef>
              <a:spcAft>
                <a:spcPct val="0"/>
              </a:spcAft>
              <a:buClr>
                <a:srgbClr val="F0AB00"/>
              </a:buClr>
              <a:buSzPct val="80000"/>
            </a:pPr>
            <a:r>
              <a:rPr lang="en-GB" sz="1100" kern="0">
                <a:solidFill>
                  <a:srgbClr val="2F3850"/>
                </a:solidFill>
                <a:latin typeface="Calibri" panose="020F0502020204030204" pitchFamily="34" charset="0"/>
                <a:ea typeface="Calibri" panose="020F0502020204030204" pitchFamily="34" charset="0"/>
                <a:cs typeface="Calibri" panose="020F0502020204030204" pitchFamily="34" charset="0"/>
              </a:rPr>
              <a:t>SPAU – Mandatory repository adjustments</a:t>
            </a:r>
          </a:p>
        </p:txBody>
      </p:sp>
      <p:grpSp>
        <p:nvGrpSpPr>
          <p:cNvPr id="90" name="Group 89">
            <a:extLst>
              <a:ext uri="{FF2B5EF4-FFF2-40B4-BE49-F238E27FC236}">
                <a16:creationId xmlns:a16="http://schemas.microsoft.com/office/drawing/2014/main" id="{D98ABE69-CEA6-7400-7CDD-78D492B2C5C3}"/>
              </a:ext>
            </a:extLst>
          </p:cNvPr>
          <p:cNvGrpSpPr/>
          <p:nvPr/>
        </p:nvGrpSpPr>
        <p:grpSpPr>
          <a:xfrm>
            <a:off x="5152573" y="2578461"/>
            <a:ext cx="1352931" cy="1982542"/>
            <a:chOff x="9911740" y="2872346"/>
            <a:chExt cx="1353244" cy="1983001"/>
          </a:xfrm>
        </p:grpSpPr>
        <p:cxnSp>
          <p:nvCxnSpPr>
            <p:cNvPr id="91" name="Straight Connector 90">
              <a:extLst>
                <a:ext uri="{FF2B5EF4-FFF2-40B4-BE49-F238E27FC236}">
                  <a16:creationId xmlns:a16="http://schemas.microsoft.com/office/drawing/2014/main" id="{91D0896C-2202-62DB-3BAE-0C00E927290B}"/>
                </a:ext>
              </a:extLst>
            </p:cNvPr>
            <p:cNvCxnSpPr/>
            <p:nvPr/>
          </p:nvCxnSpPr>
          <p:spPr>
            <a:xfrm>
              <a:off x="10588363" y="2872346"/>
              <a:ext cx="1" cy="463740"/>
            </a:xfrm>
            <a:prstGeom prst="line">
              <a:avLst/>
            </a:prstGeom>
            <a:ln w="22225">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E2353BC2-F3FF-E1CF-89C4-5A94A1BEDC3D}"/>
                </a:ext>
              </a:extLst>
            </p:cNvPr>
            <p:cNvGrpSpPr/>
            <p:nvPr/>
          </p:nvGrpSpPr>
          <p:grpSpPr>
            <a:xfrm>
              <a:off x="9911740" y="3365726"/>
              <a:ext cx="1353244" cy="1489621"/>
              <a:chOff x="9918094" y="3348195"/>
              <a:chExt cx="1353244" cy="1489621"/>
            </a:xfrm>
          </p:grpSpPr>
          <p:grpSp>
            <p:nvGrpSpPr>
              <p:cNvPr id="93" name="Group 92">
                <a:extLst>
                  <a:ext uri="{FF2B5EF4-FFF2-40B4-BE49-F238E27FC236}">
                    <a16:creationId xmlns:a16="http://schemas.microsoft.com/office/drawing/2014/main" id="{06584D85-9067-CB01-8AC2-ADA71C9DE893}"/>
                  </a:ext>
                </a:extLst>
              </p:cNvPr>
              <p:cNvGrpSpPr/>
              <p:nvPr/>
            </p:nvGrpSpPr>
            <p:grpSpPr>
              <a:xfrm>
                <a:off x="9918094" y="3348195"/>
                <a:ext cx="1353244" cy="1489621"/>
                <a:chOff x="5625427" y="547280"/>
                <a:chExt cx="2362994" cy="2601129"/>
              </a:xfrm>
            </p:grpSpPr>
            <p:sp>
              <p:nvSpPr>
                <p:cNvPr id="95" name="Oval 94">
                  <a:extLst>
                    <a:ext uri="{FF2B5EF4-FFF2-40B4-BE49-F238E27FC236}">
                      <a16:creationId xmlns:a16="http://schemas.microsoft.com/office/drawing/2014/main" id="{759C844D-8AC4-3E14-2A9E-A4A17F153E52}"/>
                    </a:ext>
                  </a:extLst>
                </p:cNvPr>
                <p:cNvSpPr/>
                <p:nvPr/>
              </p:nvSpPr>
              <p:spPr bwMode="gray">
                <a:xfrm>
                  <a:off x="5625427" y="785415"/>
                  <a:ext cx="2362994" cy="2362994"/>
                </a:xfrm>
                <a:prstGeom prst="ellipse">
                  <a:avLst/>
                </a:prstGeom>
                <a:noFill/>
                <a:ln w="12700" algn="ctr">
                  <a:solidFill>
                    <a:srgbClr val="FFC000"/>
                  </a:solidFill>
                  <a:prstDash val="sysDash"/>
                  <a:miter lim="800000"/>
                  <a:headEnd/>
                  <a:tailEnd/>
                </a:ln>
              </p:spPr>
              <p:txBody>
                <a:bodyPr lIns="89958" tIns="71966" rIns="89958" bIns="71966" rtlCol="0" anchor="ctr"/>
                <a:lstStyle/>
                <a:p>
                  <a:pPr algn="ctr" fontAlgn="base">
                    <a:spcBef>
                      <a:spcPts val="600"/>
                    </a:spcBef>
                    <a:spcAft>
                      <a:spcPct val="0"/>
                    </a:spcAft>
                    <a:buClr>
                      <a:srgbClr val="F0AB00"/>
                    </a:buClr>
                    <a:buSzPct val="80000"/>
                  </a:pPr>
                  <a:endParaRPr lang="en-US" sz="2000" kern="0">
                    <a:solidFill>
                      <a:srgbClr val="DCD472"/>
                    </a:solidFill>
                    <a:latin typeface="Calibri" panose="020F0502020204030204" pitchFamily="34" charset="0"/>
                    <a:ea typeface="Calibri" panose="020F0502020204030204" pitchFamily="34" charset="0"/>
                    <a:cs typeface="Calibri" panose="020F0502020204030204" pitchFamily="34" charset="0"/>
                  </a:endParaRPr>
                </a:p>
              </p:txBody>
            </p:sp>
            <p:sp>
              <p:nvSpPr>
                <p:cNvPr id="96" name="Triangle 25">
                  <a:extLst>
                    <a:ext uri="{FF2B5EF4-FFF2-40B4-BE49-F238E27FC236}">
                      <a16:creationId xmlns:a16="http://schemas.microsoft.com/office/drawing/2014/main" id="{0EB659D2-DDD7-017C-208D-DF6A6228B9D2}"/>
                    </a:ext>
                  </a:extLst>
                </p:cNvPr>
                <p:cNvSpPr/>
                <p:nvPr/>
              </p:nvSpPr>
              <p:spPr bwMode="gray">
                <a:xfrm>
                  <a:off x="6672412" y="547280"/>
                  <a:ext cx="259082" cy="223346"/>
                </a:xfrm>
                <a:prstGeom prst="triangle">
                  <a:avLst/>
                </a:prstGeom>
                <a:solidFill>
                  <a:srgbClr val="0097BE"/>
                </a:solidFill>
                <a:ln w="6350" algn="ctr">
                  <a:solidFill>
                    <a:srgbClr val="FFC000"/>
                  </a:solid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endParaRPr lang="en-GB" sz="2000" kern="0" err="1">
                    <a:latin typeface="Calibri" panose="020F0502020204030204" pitchFamily="34" charset="0"/>
                    <a:ea typeface="Calibri" panose="020F0502020204030204" pitchFamily="34" charset="0"/>
                    <a:cs typeface="Calibri" panose="020F0502020204030204" pitchFamily="34" charset="0"/>
                  </a:endParaRPr>
                </a:p>
              </p:txBody>
            </p:sp>
          </p:grpSp>
          <p:sp>
            <p:nvSpPr>
              <p:cNvPr id="94" name="Oval 93">
                <a:extLst>
                  <a:ext uri="{FF2B5EF4-FFF2-40B4-BE49-F238E27FC236}">
                    <a16:creationId xmlns:a16="http://schemas.microsoft.com/office/drawing/2014/main" id="{988A5C1E-D1B9-81C1-F032-B8F1D928DDC0}"/>
                  </a:ext>
                </a:extLst>
              </p:cNvPr>
              <p:cNvSpPr/>
              <p:nvPr/>
            </p:nvSpPr>
            <p:spPr bwMode="gray">
              <a:xfrm>
                <a:off x="10004503" y="3572747"/>
                <a:ext cx="1172998" cy="1172998"/>
              </a:xfrm>
              <a:prstGeom prst="ellipse">
                <a:avLst/>
              </a:prstGeom>
              <a:solidFill>
                <a:srgbClr val="0097BE"/>
              </a:solidFill>
              <a:ln w="12700" algn="ctr">
                <a:solidFill>
                  <a:srgbClr val="FFC000"/>
                </a:solidFill>
                <a:prstDash val="sysDash"/>
                <a:miter lim="800000"/>
                <a:headEnd/>
                <a:tailEnd/>
              </a:ln>
            </p:spPr>
            <p:txBody>
              <a:bodyPr lIns="0" tIns="0" rIns="0" bIns="0" rtlCol="0" anchor="ctr"/>
              <a:lstStyle/>
              <a:p>
                <a:pPr algn="ctr" fontAlgn="base">
                  <a:spcBef>
                    <a:spcPts val="600"/>
                  </a:spcBef>
                  <a:spcAft>
                    <a:spcPct val="0"/>
                  </a:spcAft>
                  <a:buClr>
                    <a:srgbClr val="F0AB00"/>
                  </a:buClr>
                  <a:buSzPct val="80000"/>
                </a:pPr>
                <a:r>
                  <a:rPr lang="en-GB" sz="1100" kern="0">
                    <a:solidFill>
                      <a:schemeClr val="bg1"/>
                    </a:solidFill>
                    <a:latin typeface="Calibri" panose="020F0502020204030204" pitchFamily="34" charset="0"/>
                    <a:ea typeface="Calibri" panose="020F0502020204030204" pitchFamily="34" charset="0"/>
                    <a:cs typeface="Calibri" panose="020F0502020204030204" pitchFamily="34" charset="0"/>
                  </a:rPr>
                  <a:t>SPAU</a:t>
                </a:r>
              </a:p>
            </p:txBody>
          </p:sp>
        </p:grpSp>
      </p:grpSp>
      <p:sp>
        <p:nvSpPr>
          <p:cNvPr id="97" name="TextBox 96">
            <a:extLst>
              <a:ext uri="{FF2B5EF4-FFF2-40B4-BE49-F238E27FC236}">
                <a16:creationId xmlns:a16="http://schemas.microsoft.com/office/drawing/2014/main" id="{8E803A2C-D618-65D7-9A39-86EA8B677139}"/>
              </a:ext>
            </a:extLst>
          </p:cNvPr>
          <p:cNvSpPr txBox="1"/>
          <p:nvPr/>
        </p:nvSpPr>
        <p:spPr>
          <a:xfrm>
            <a:off x="6738769" y="4818963"/>
            <a:ext cx="1538007" cy="592470"/>
          </a:xfrm>
          <a:prstGeom prst="rect">
            <a:avLst/>
          </a:prstGeom>
          <a:noFill/>
        </p:spPr>
        <p:txBody>
          <a:bodyPr wrap="square" lIns="0" tIns="0" rIns="0" bIns="0" rtlCol="0">
            <a:spAutoFit/>
          </a:bodyPr>
          <a:lstStyle/>
          <a:p>
            <a:pPr algn="ctr" defTabSz="914034" fontAlgn="base">
              <a:spcBef>
                <a:spcPct val="50000"/>
              </a:spcBef>
              <a:spcAft>
                <a:spcPct val="0"/>
              </a:spcAft>
              <a:buClr>
                <a:srgbClr val="F0AB00"/>
              </a:buClr>
              <a:buSzPct val="80000"/>
            </a:pPr>
            <a:r>
              <a:rPr lang="en-GB" sz="1100" kern="0">
                <a:solidFill>
                  <a:srgbClr val="2F3850"/>
                </a:solidFill>
                <a:latin typeface="Calibri" panose="020F0502020204030204" pitchFamily="34" charset="0"/>
                <a:ea typeface="Calibri" panose="020F0502020204030204" pitchFamily="34" charset="0"/>
                <a:cs typeface="Calibri" panose="020F0502020204030204" pitchFamily="34" charset="0"/>
              </a:rPr>
              <a:t>HANA database specific custom code adjustments</a:t>
            </a:r>
          </a:p>
          <a:p>
            <a:pPr algn="ctr" defTabSz="914034" fontAlgn="base">
              <a:spcBef>
                <a:spcPct val="50000"/>
              </a:spcBef>
              <a:spcAft>
                <a:spcPct val="0"/>
              </a:spcAft>
              <a:buClr>
                <a:srgbClr val="F0AB00"/>
              </a:buClr>
              <a:buSzPct val="80000"/>
            </a:pPr>
            <a:endParaRPr lang="en-GB" sz="1100" kern="0">
              <a:solidFill>
                <a:schemeClr val="accent4">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99" name="Group 98">
            <a:extLst>
              <a:ext uri="{FF2B5EF4-FFF2-40B4-BE49-F238E27FC236}">
                <a16:creationId xmlns:a16="http://schemas.microsoft.com/office/drawing/2014/main" id="{08FC75A5-6FAE-E87B-59B6-CF0C37C097F3}"/>
              </a:ext>
            </a:extLst>
          </p:cNvPr>
          <p:cNvGrpSpPr/>
          <p:nvPr/>
        </p:nvGrpSpPr>
        <p:grpSpPr>
          <a:xfrm>
            <a:off x="8615443" y="2586926"/>
            <a:ext cx="1352931" cy="1982542"/>
            <a:chOff x="9911740" y="2872346"/>
            <a:chExt cx="1353244" cy="1983001"/>
          </a:xfrm>
        </p:grpSpPr>
        <p:cxnSp>
          <p:nvCxnSpPr>
            <p:cNvPr id="100" name="Straight Connector 99">
              <a:extLst>
                <a:ext uri="{FF2B5EF4-FFF2-40B4-BE49-F238E27FC236}">
                  <a16:creationId xmlns:a16="http://schemas.microsoft.com/office/drawing/2014/main" id="{79144A9D-8F0F-5865-3D2E-C94993EF2CF6}"/>
                </a:ext>
              </a:extLst>
            </p:cNvPr>
            <p:cNvCxnSpPr/>
            <p:nvPr/>
          </p:nvCxnSpPr>
          <p:spPr>
            <a:xfrm>
              <a:off x="10588363" y="2872346"/>
              <a:ext cx="1" cy="463740"/>
            </a:xfrm>
            <a:prstGeom prst="line">
              <a:avLst/>
            </a:prstGeom>
            <a:ln w="22225">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35D0A17D-59DF-46D2-E8A2-2B9BDC74006C}"/>
                </a:ext>
              </a:extLst>
            </p:cNvPr>
            <p:cNvGrpSpPr/>
            <p:nvPr/>
          </p:nvGrpSpPr>
          <p:grpSpPr>
            <a:xfrm>
              <a:off x="9911740" y="3365726"/>
              <a:ext cx="1353244" cy="1489621"/>
              <a:chOff x="9918094" y="3348195"/>
              <a:chExt cx="1353244" cy="1489621"/>
            </a:xfrm>
          </p:grpSpPr>
          <p:grpSp>
            <p:nvGrpSpPr>
              <p:cNvPr id="102" name="Group 101">
                <a:extLst>
                  <a:ext uri="{FF2B5EF4-FFF2-40B4-BE49-F238E27FC236}">
                    <a16:creationId xmlns:a16="http://schemas.microsoft.com/office/drawing/2014/main" id="{3761E670-C4B2-3E0C-A65C-120215E4345C}"/>
                  </a:ext>
                </a:extLst>
              </p:cNvPr>
              <p:cNvGrpSpPr/>
              <p:nvPr/>
            </p:nvGrpSpPr>
            <p:grpSpPr>
              <a:xfrm>
                <a:off x="9918094" y="3348195"/>
                <a:ext cx="1353244" cy="1489621"/>
                <a:chOff x="5625427" y="547280"/>
                <a:chExt cx="2362994" cy="2601129"/>
              </a:xfrm>
            </p:grpSpPr>
            <p:sp>
              <p:nvSpPr>
                <p:cNvPr id="104" name="Oval 103">
                  <a:extLst>
                    <a:ext uri="{FF2B5EF4-FFF2-40B4-BE49-F238E27FC236}">
                      <a16:creationId xmlns:a16="http://schemas.microsoft.com/office/drawing/2014/main" id="{4E689FB1-5BFD-1F8B-B4ED-425568A2F938}"/>
                    </a:ext>
                  </a:extLst>
                </p:cNvPr>
                <p:cNvSpPr/>
                <p:nvPr/>
              </p:nvSpPr>
              <p:spPr bwMode="gray">
                <a:xfrm>
                  <a:off x="5625427" y="785415"/>
                  <a:ext cx="2362994" cy="2362994"/>
                </a:xfrm>
                <a:prstGeom prst="ellipse">
                  <a:avLst/>
                </a:prstGeom>
                <a:noFill/>
                <a:ln w="12700" algn="ctr">
                  <a:solidFill>
                    <a:srgbClr val="FFC000"/>
                  </a:solidFill>
                  <a:prstDash val="sysDash"/>
                  <a:miter lim="800000"/>
                  <a:headEnd/>
                  <a:tailEnd/>
                </a:ln>
              </p:spPr>
              <p:txBody>
                <a:bodyPr lIns="89958" tIns="71966" rIns="89958" bIns="71966" rtlCol="0" anchor="ctr"/>
                <a:lstStyle/>
                <a:p>
                  <a:pPr algn="ctr" fontAlgn="base">
                    <a:spcBef>
                      <a:spcPts val="600"/>
                    </a:spcBef>
                    <a:spcAft>
                      <a:spcPct val="0"/>
                    </a:spcAft>
                    <a:buClr>
                      <a:srgbClr val="F0AB00"/>
                    </a:buClr>
                    <a:buSzPct val="80000"/>
                  </a:pPr>
                  <a:endParaRPr lang="en-US" sz="2000" kern="0">
                    <a:solidFill>
                      <a:srgbClr val="DCD472"/>
                    </a:solidFill>
                    <a:latin typeface="Calibri" panose="020F0502020204030204" pitchFamily="34" charset="0"/>
                    <a:ea typeface="Calibri" panose="020F0502020204030204" pitchFamily="34" charset="0"/>
                    <a:cs typeface="Calibri" panose="020F0502020204030204" pitchFamily="34" charset="0"/>
                  </a:endParaRPr>
                </a:p>
              </p:txBody>
            </p:sp>
            <p:sp>
              <p:nvSpPr>
                <p:cNvPr id="105" name="Triangle 25">
                  <a:extLst>
                    <a:ext uri="{FF2B5EF4-FFF2-40B4-BE49-F238E27FC236}">
                      <a16:creationId xmlns:a16="http://schemas.microsoft.com/office/drawing/2014/main" id="{8E7BFBBE-85FA-D7EF-771D-E2E906D9EE13}"/>
                    </a:ext>
                  </a:extLst>
                </p:cNvPr>
                <p:cNvSpPr/>
                <p:nvPr/>
              </p:nvSpPr>
              <p:spPr bwMode="gray">
                <a:xfrm>
                  <a:off x="6672412" y="547280"/>
                  <a:ext cx="259082" cy="223346"/>
                </a:xfrm>
                <a:prstGeom prst="triangle">
                  <a:avLst/>
                </a:prstGeom>
                <a:solidFill>
                  <a:srgbClr val="0097BE"/>
                </a:solidFill>
                <a:ln w="6350" algn="ctr">
                  <a:solidFill>
                    <a:srgbClr val="FFC000"/>
                  </a:solid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endParaRPr lang="en-GB" sz="2000" kern="0" err="1">
                    <a:latin typeface="Calibri" panose="020F0502020204030204" pitchFamily="34" charset="0"/>
                    <a:ea typeface="Calibri" panose="020F0502020204030204" pitchFamily="34" charset="0"/>
                    <a:cs typeface="Calibri" panose="020F0502020204030204" pitchFamily="34" charset="0"/>
                  </a:endParaRPr>
                </a:p>
              </p:txBody>
            </p:sp>
          </p:grpSp>
          <p:sp>
            <p:nvSpPr>
              <p:cNvPr id="103" name="Oval 102">
                <a:extLst>
                  <a:ext uri="{FF2B5EF4-FFF2-40B4-BE49-F238E27FC236}">
                    <a16:creationId xmlns:a16="http://schemas.microsoft.com/office/drawing/2014/main" id="{07EB6F8B-25F1-9ADE-95D1-788BC727E8E5}"/>
                  </a:ext>
                </a:extLst>
              </p:cNvPr>
              <p:cNvSpPr/>
              <p:nvPr/>
            </p:nvSpPr>
            <p:spPr bwMode="gray">
              <a:xfrm>
                <a:off x="10004503" y="3572747"/>
                <a:ext cx="1172998" cy="1172998"/>
              </a:xfrm>
              <a:prstGeom prst="ellipse">
                <a:avLst/>
              </a:prstGeom>
              <a:solidFill>
                <a:srgbClr val="0097BE"/>
              </a:solidFill>
              <a:ln w="12700" algn="ctr">
                <a:solidFill>
                  <a:srgbClr val="FFC000"/>
                </a:solidFill>
                <a:prstDash val="sysDash"/>
                <a:miter lim="800000"/>
                <a:headEnd/>
                <a:tailEnd/>
              </a:ln>
            </p:spPr>
            <p:txBody>
              <a:bodyPr lIns="0" tIns="0" rIns="0" bIns="0" rtlCol="0" anchor="ctr"/>
              <a:lstStyle/>
              <a:p>
                <a:pPr algn="ctr" fontAlgn="base">
                  <a:spcBef>
                    <a:spcPts val="600"/>
                  </a:spcBef>
                  <a:spcAft>
                    <a:spcPct val="0"/>
                  </a:spcAft>
                  <a:buClr>
                    <a:srgbClr val="F0AB00"/>
                  </a:buClr>
                  <a:buSzPct val="80000"/>
                </a:pPr>
                <a:r>
                  <a:rPr lang="en-GB" sz="1100" kern="0">
                    <a:solidFill>
                      <a:schemeClr val="bg1"/>
                    </a:solidFill>
                    <a:latin typeface="Calibri" panose="020F0502020204030204" pitchFamily="34" charset="0"/>
                    <a:ea typeface="Calibri" panose="020F0502020204030204" pitchFamily="34" charset="0"/>
                    <a:cs typeface="Calibri" panose="020F0502020204030204" pitchFamily="34" charset="0"/>
                  </a:rPr>
                  <a:t>S4 HANA remediation</a:t>
                </a:r>
              </a:p>
            </p:txBody>
          </p:sp>
        </p:grpSp>
      </p:grpSp>
      <p:sp>
        <p:nvSpPr>
          <p:cNvPr id="106" name="TextBox 105">
            <a:extLst>
              <a:ext uri="{FF2B5EF4-FFF2-40B4-BE49-F238E27FC236}">
                <a16:creationId xmlns:a16="http://schemas.microsoft.com/office/drawing/2014/main" id="{D59E80D7-B483-4C10-B15F-EF0481F06B58}"/>
              </a:ext>
            </a:extLst>
          </p:cNvPr>
          <p:cNvSpPr txBox="1"/>
          <p:nvPr/>
        </p:nvSpPr>
        <p:spPr>
          <a:xfrm>
            <a:off x="8359303" y="4856158"/>
            <a:ext cx="2007855" cy="338554"/>
          </a:xfrm>
          <a:prstGeom prst="rect">
            <a:avLst/>
          </a:prstGeom>
          <a:noFill/>
        </p:spPr>
        <p:txBody>
          <a:bodyPr wrap="square" lIns="0" tIns="0" rIns="0" bIns="0" rtlCol="0">
            <a:spAutoFit/>
          </a:bodyPr>
          <a:lstStyle/>
          <a:p>
            <a:pPr algn="ctr" defTabSz="914034" fontAlgn="base">
              <a:spcBef>
                <a:spcPct val="50000"/>
              </a:spcBef>
              <a:spcAft>
                <a:spcPct val="0"/>
              </a:spcAft>
              <a:buClr>
                <a:srgbClr val="F0AB00"/>
              </a:buClr>
              <a:buSzPct val="80000"/>
            </a:pPr>
            <a:r>
              <a:rPr lang="en-GB" sz="1100" kern="0">
                <a:solidFill>
                  <a:srgbClr val="2F3850"/>
                </a:solidFill>
                <a:latin typeface="Calibri" panose="020F0502020204030204" pitchFamily="34" charset="0"/>
                <a:ea typeface="Calibri" panose="020F0502020204030204" pitchFamily="34" charset="0"/>
                <a:cs typeface="Calibri" panose="020F0502020204030204" pitchFamily="34" charset="0"/>
              </a:rPr>
              <a:t>S4 HANA application-level changes custom code adjustments</a:t>
            </a:r>
          </a:p>
        </p:txBody>
      </p:sp>
      <p:grpSp>
        <p:nvGrpSpPr>
          <p:cNvPr id="108" name="Group 107">
            <a:extLst>
              <a:ext uri="{FF2B5EF4-FFF2-40B4-BE49-F238E27FC236}">
                <a16:creationId xmlns:a16="http://schemas.microsoft.com/office/drawing/2014/main" id="{B4602676-1A4F-E310-A382-D416BE0183F6}"/>
              </a:ext>
            </a:extLst>
          </p:cNvPr>
          <p:cNvGrpSpPr/>
          <p:nvPr/>
        </p:nvGrpSpPr>
        <p:grpSpPr>
          <a:xfrm>
            <a:off x="10325715" y="2586923"/>
            <a:ext cx="1352931" cy="1982542"/>
            <a:chOff x="9911740" y="2872346"/>
            <a:chExt cx="1353244" cy="1983001"/>
          </a:xfrm>
        </p:grpSpPr>
        <p:cxnSp>
          <p:nvCxnSpPr>
            <p:cNvPr id="109" name="Straight Connector 108">
              <a:extLst>
                <a:ext uri="{FF2B5EF4-FFF2-40B4-BE49-F238E27FC236}">
                  <a16:creationId xmlns:a16="http://schemas.microsoft.com/office/drawing/2014/main" id="{08F89FA4-1649-5EC1-317C-041CE6BBB88F}"/>
                </a:ext>
              </a:extLst>
            </p:cNvPr>
            <p:cNvCxnSpPr/>
            <p:nvPr/>
          </p:nvCxnSpPr>
          <p:spPr>
            <a:xfrm>
              <a:off x="10588363" y="2872346"/>
              <a:ext cx="1" cy="463740"/>
            </a:xfrm>
            <a:prstGeom prst="line">
              <a:avLst/>
            </a:prstGeom>
            <a:ln w="22225">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304056B5-5793-7A8F-363C-D3DE7E2F92DC}"/>
                </a:ext>
              </a:extLst>
            </p:cNvPr>
            <p:cNvGrpSpPr/>
            <p:nvPr/>
          </p:nvGrpSpPr>
          <p:grpSpPr>
            <a:xfrm>
              <a:off x="9911740" y="3365726"/>
              <a:ext cx="1353244" cy="1489621"/>
              <a:chOff x="9918094" y="3348195"/>
              <a:chExt cx="1353244" cy="1489621"/>
            </a:xfrm>
          </p:grpSpPr>
          <p:grpSp>
            <p:nvGrpSpPr>
              <p:cNvPr id="111" name="Group 110">
                <a:extLst>
                  <a:ext uri="{FF2B5EF4-FFF2-40B4-BE49-F238E27FC236}">
                    <a16:creationId xmlns:a16="http://schemas.microsoft.com/office/drawing/2014/main" id="{3876D84C-0012-43AA-CA1E-B0496FF02D7D}"/>
                  </a:ext>
                </a:extLst>
              </p:cNvPr>
              <p:cNvGrpSpPr/>
              <p:nvPr/>
            </p:nvGrpSpPr>
            <p:grpSpPr>
              <a:xfrm>
                <a:off x="9918094" y="3348195"/>
                <a:ext cx="1353244" cy="1489621"/>
                <a:chOff x="5625427" y="547280"/>
                <a:chExt cx="2362994" cy="2601129"/>
              </a:xfrm>
            </p:grpSpPr>
            <p:sp>
              <p:nvSpPr>
                <p:cNvPr id="113" name="Oval 112">
                  <a:extLst>
                    <a:ext uri="{FF2B5EF4-FFF2-40B4-BE49-F238E27FC236}">
                      <a16:creationId xmlns:a16="http://schemas.microsoft.com/office/drawing/2014/main" id="{B805C08B-F5AA-E46E-E34B-E85274CC5B34}"/>
                    </a:ext>
                  </a:extLst>
                </p:cNvPr>
                <p:cNvSpPr/>
                <p:nvPr/>
              </p:nvSpPr>
              <p:spPr bwMode="gray">
                <a:xfrm>
                  <a:off x="5625427" y="785415"/>
                  <a:ext cx="2362994" cy="2362994"/>
                </a:xfrm>
                <a:prstGeom prst="ellipse">
                  <a:avLst/>
                </a:prstGeom>
                <a:noFill/>
                <a:ln w="12700" algn="ctr">
                  <a:solidFill>
                    <a:srgbClr val="FFC000"/>
                  </a:solidFill>
                  <a:prstDash val="sysDash"/>
                  <a:miter lim="800000"/>
                  <a:headEnd/>
                  <a:tailEnd/>
                </a:ln>
              </p:spPr>
              <p:txBody>
                <a:bodyPr lIns="89958" tIns="71966" rIns="89958" bIns="71966" rtlCol="0" anchor="ctr"/>
                <a:lstStyle/>
                <a:p>
                  <a:pPr algn="ctr" fontAlgn="base">
                    <a:spcBef>
                      <a:spcPts val="600"/>
                    </a:spcBef>
                    <a:spcAft>
                      <a:spcPct val="0"/>
                    </a:spcAft>
                    <a:buClr>
                      <a:srgbClr val="F0AB00"/>
                    </a:buClr>
                    <a:buSzPct val="80000"/>
                  </a:pPr>
                  <a:endParaRPr lang="en-US" sz="2000" kern="0">
                    <a:solidFill>
                      <a:srgbClr val="DCD472"/>
                    </a:solidFill>
                    <a:latin typeface="Calibri" panose="020F0502020204030204" pitchFamily="34" charset="0"/>
                    <a:ea typeface="Calibri" panose="020F0502020204030204" pitchFamily="34" charset="0"/>
                    <a:cs typeface="Calibri" panose="020F0502020204030204" pitchFamily="34" charset="0"/>
                  </a:endParaRPr>
                </a:p>
              </p:txBody>
            </p:sp>
            <p:sp>
              <p:nvSpPr>
                <p:cNvPr id="114" name="Triangle 25">
                  <a:extLst>
                    <a:ext uri="{FF2B5EF4-FFF2-40B4-BE49-F238E27FC236}">
                      <a16:creationId xmlns:a16="http://schemas.microsoft.com/office/drawing/2014/main" id="{BD0F8BF4-6401-426B-AF25-A38B98E5DFD8}"/>
                    </a:ext>
                  </a:extLst>
                </p:cNvPr>
                <p:cNvSpPr/>
                <p:nvPr/>
              </p:nvSpPr>
              <p:spPr bwMode="gray">
                <a:xfrm>
                  <a:off x="6672412" y="547280"/>
                  <a:ext cx="259082" cy="223346"/>
                </a:xfrm>
                <a:prstGeom prst="triangle">
                  <a:avLst/>
                </a:prstGeom>
                <a:solidFill>
                  <a:srgbClr val="0097BE"/>
                </a:solidFill>
                <a:ln w="6350" algn="ctr">
                  <a:solidFill>
                    <a:srgbClr val="FFC000"/>
                  </a:solidFill>
                  <a:miter lim="800000"/>
                  <a:headEnd/>
                  <a:tailEnd/>
                </a:ln>
              </p:spPr>
              <p:txBody>
                <a:bodyPr lIns="89958" tIns="71966" rIns="89958" bIns="71966" rtlCol="0" anchor="ctr"/>
                <a:lstStyle/>
                <a:p>
                  <a:pPr algn="ctr" defTabSz="914034" fontAlgn="base">
                    <a:spcBef>
                      <a:spcPct val="50000"/>
                    </a:spcBef>
                    <a:spcAft>
                      <a:spcPct val="0"/>
                    </a:spcAft>
                    <a:buClr>
                      <a:srgbClr val="F0AB00"/>
                    </a:buClr>
                    <a:buSzPct val="80000"/>
                  </a:pPr>
                  <a:endParaRPr lang="en-GB" sz="2000" kern="0" err="1">
                    <a:latin typeface="Calibri" panose="020F0502020204030204" pitchFamily="34" charset="0"/>
                    <a:ea typeface="Calibri" panose="020F0502020204030204" pitchFamily="34" charset="0"/>
                    <a:cs typeface="Calibri" panose="020F0502020204030204" pitchFamily="34" charset="0"/>
                  </a:endParaRPr>
                </a:p>
              </p:txBody>
            </p:sp>
          </p:grpSp>
          <p:sp>
            <p:nvSpPr>
              <p:cNvPr id="112" name="Oval 111">
                <a:extLst>
                  <a:ext uri="{FF2B5EF4-FFF2-40B4-BE49-F238E27FC236}">
                    <a16:creationId xmlns:a16="http://schemas.microsoft.com/office/drawing/2014/main" id="{FCAC643E-1A7A-63A5-F356-FDD684949A83}"/>
                  </a:ext>
                </a:extLst>
              </p:cNvPr>
              <p:cNvSpPr/>
              <p:nvPr/>
            </p:nvSpPr>
            <p:spPr bwMode="gray">
              <a:xfrm>
                <a:off x="10004503" y="3572747"/>
                <a:ext cx="1172998" cy="1172998"/>
              </a:xfrm>
              <a:prstGeom prst="ellipse">
                <a:avLst/>
              </a:prstGeom>
              <a:solidFill>
                <a:srgbClr val="0097BE"/>
              </a:solidFill>
              <a:ln w="12700" algn="ctr">
                <a:solidFill>
                  <a:srgbClr val="FFC000"/>
                </a:solidFill>
                <a:prstDash val="sysDash"/>
                <a:miter lim="800000"/>
                <a:headEnd/>
                <a:tailEnd/>
              </a:ln>
            </p:spPr>
            <p:txBody>
              <a:bodyPr lIns="0" tIns="0" rIns="0" bIns="0" rtlCol="0" anchor="ctr"/>
              <a:lstStyle/>
              <a:p>
                <a:pPr algn="ctr" fontAlgn="base">
                  <a:spcBef>
                    <a:spcPts val="600"/>
                  </a:spcBef>
                  <a:spcAft>
                    <a:spcPct val="0"/>
                  </a:spcAft>
                  <a:buClr>
                    <a:srgbClr val="F0AB00"/>
                  </a:buClr>
                  <a:buSzPct val="80000"/>
                </a:pPr>
                <a:r>
                  <a:rPr lang="en-GB" sz="1100" kern="0">
                    <a:solidFill>
                      <a:schemeClr val="bg1"/>
                    </a:solidFill>
                    <a:latin typeface="Calibri" panose="020F0502020204030204" pitchFamily="34" charset="0"/>
                    <a:ea typeface="Calibri" panose="020F0502020204030204" pitchFamily="34" charset="0"/>
                    <a:cs typeface="Calibri" panose="020F0502020204030204" pitchFamily="34" charset="0"/>
                  </a:rPr>
                  <a:t>Modification Log</a:t>
                </a:r>
              </a:p>
            </p:txBody>
          </p:sp>
        </p:grpSp>
      </p:grpSp>
    </p:spTree>
    <p:custDataLst>
      <p:custData r:id="rId1"/>
      <p:custData r:id="rId2"/>
    </p:custDataLst>
    <p:extLst>
      <p:ext uri="{BB962C8B-B14F-4D97-AF65-F5344CB8AC3E}">
        <p14:creationId xmlns:p14="http://schemas.microsoft.com/office/powerpoint/2010/main" val="3731100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p:cNvSpPr>
            <a:spLocks noGrp="1"/>
          </p:cNvSpPr>
          <p:nvPr>
            <p:ph type="title"/>
          </p:nvPr>
        </p:nvSpPr>
        <p:spPr bwMode="gray">
          <a:xfrm>
            <a:off x="504001" y="504000"/>
            <a:ext cx="11186476" cy="369332"/>
          </a:xfrm>
        </p:spPr>
        <p:txBody>
          <a:bodyPr/>
          <a:lstStyle/>
          <a:p>
            <a:pPr algn="ctr"/>
            <a:r>
              <a:rPr lang="en-US">
                <a:solidFill>
                  <a:schemeClr val="accent1"/>
                </a:solidFill>
              </a:rPr>
              <a:t>Custom Code Object – S/4HANA Simplification Category</a:t>
            </a:r>
          </a:p>
        </p:txBody>
      </p:sp>
      <p:graphicFrame>
        <p:nvGraphicFramePr>
          <p:cNvPr id="5" name="Diagram 4">
            <a:extLst>
              <a:ext uri="{FF2B5EF4-FFF2-40B4-BE49-F238E27FC236}">
                <a16:creationId xmlns:a16="http://schemas.microsoft.com/office/drawing/2014/main" id="{7B54EA63-4ECC-4290-BD2E-7034F3B6BA95}"/>
              </a:ext>
            </a:extLst>
          </p:cNvPr>
          <p:cNvGraphicFramePr/>
          <p:nvPr>
            <p:extLst>
              <p:ext uri="{D42A27DB-BD31-4B8C-83A1-F6EECF244321}">
                <p14:modId xmlns:p14="http://schemas.microsoft.com/office/powerpoint/2010/main" val="3212917519"/>
              </p:ext>
            </p:extLst>
          </p:nvPr>
        </p:nvGraphicFramePr>
        <p:xfrm>
          <a:off x="421626" y="1705615"/>
          <a:ext cx="5182076" cy="4716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6" name="Diagram 5">
            <a:extLst>
              <a:ext uri="{FF2B5EF4-FFF2-40B4-BE49-F238E27FC236}">
                <a16:creationId xmlns:a16="http://schemas.microsoft.com/office/drawing/2014/main" id="{868D3048-87CE-4D88-B079-F4C4F7F9DC1B}"/>
              </a:ext>
            </a:extLst>
          </p:cNvPr>
          <p:cNvGraphicFramePr/>
          <p:nvPr>
            <p:extLst>
              <p:ext uri="{D42A27DB-BD31-4B8C-83A1-F6EECF244321}">
                <p14:modId xmlns:p14="http://schemas.microsoft.com/office/powerpoint/2010/main" val="1681507032"/>
              </p:ext>
            </p:extLst>
          </p:nvPr>
        </p:nvGraphicFramePr>
        <p:xfrm>
          <a:off x="5786882" y="1705615"/>
          <a:ext cx="5903595" cy="471600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custDataLst>
      <p:custData r:id="rId1"/>
      <p:custData r:id="rId2"/>
    </p:custDataLst>
    <p:extLst>
      <p:ext uri="{BB962C8B-B14F-4D97-AF65-F5344CB8AC3E}">
        <p14:creationId xmlns:p14="http://schemas.microsoft.com/office/powerpoint/2010/main" val="153363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p:cNvSpPr>
            <a:spLocks noGrp="1"/>
          </p:cNvSpPr>
          <p:nvPr>
            <p:ph type="title"/>
          </p:nvPr>
        </p:nvSpPr>
        <p:spPr bwMode="gray">
          <a:xfrm>
            <a:off x="271988" y="419493"/>
            <a:ext cx="11186476" cy="738664"/>
          </a:xfrm>
        </p:spPr>
        <p:txBody>
          <a:bodyPr/>
          <a:lstStyle/>
          <a:p>
            <a:pPr algn="ctr"/>
            <a:r>
              <a:rPr lang="en-US">
                <a:solidFill>
                  <a:schemeClr val="accent1"/>
                </a:solidFill>
              </a:rPr>
              <a:t>Custom Code Object Count - Statistics as reported by ATC scans for S/4HANA 2025</a:t>
            </a:r>
          </a:p>
        </p:txBody>
      </p:sp>
      <p:sp>
        <p:nvSpPr>
          <p:cNvPr id="2" name="TextBox 1">
            <a:extLst>
              <a:ext uri="{FF2B5EF4-FFF2-40B4-BE49-F238E27FC236}">
                <a16:creationId xmlns:a16="http://schemas.microsoft.com/office/drawing/2014/main" id="{F42E99A2-964A-404F-948A-22AB5D4561FD}"/>
              </a:ext>
            </a:extLst>
          </p:cNvPr>
          <p:cNvSpPr txBox="1"/>
          <p:nvPr/>
        </p:nvSpPr>
        <p:spPr>
          <a:xfrm>
            <a:off x="767779" y="1238978"/>
            <a:ext cx="10755605" cy="276999"/>
          </a:xfrm>
          <a:prstGeom prst="rect">
            <a:avLst/>
          </a:prstGeom>
          <a:noFill/>
        </p:spPr>
        <p:txBody>
          <a:bodyPr wrap="square" lIns="0" tIns="0" rIns="0" bIns="0" rtlCol="0">
            <a:spAutoFit/>
          </a:bodyPr>
          <a:lstStyle/>
          <a:p>
            <a:pPr algn="ctr" fontAlgn="base">
              <a:spcBef>
                <a:spcPct val="50000"/>
              </a:spcBef>
              <a:spcAft>
                <a:spcPct val="0"/>
              </a:spcAft>
              <a:buClr>
                <a:srgbClr val="0070F2"/>
              </a:buClr>
              <a:buSzPct val="80000"/>
            </a:pPr>
            <a:r>
              <a:rPr lang="en-US" sz="1800" b="1" kern="0">
                <a:ea typeface="Arial Unicode MS" pitchFamily="34" charset="-128"/>
                <a:cs typeface="Arial Unicode MS" pitchFamily="34" charset="-128"/>
              </a:rPr>
              <a:t>Unique Object Count ( ) - Segregation per Object Type</a:t>
            </a:r>
            <a:endParaRPr lang="en-IN" sz="1800" b="1" kern="0">
              <a:ea typeface="Arial Unicode MS" pitchFamily="34" charset="-128"/>
              <a:cs typeface="Arial Unicode MS" pitchFamily="34" charset="-128"/>
            </a:endParaRPr>
          </a:p>
        </p:txBody>
      </p:sp>
      <p:graphicFrame>
        <p:nvGraphicFramePr>
          <p:cNvPr id="3" name="Chart 2">
            <a:extLst>
              <a:ext uri="{FF2B5EF4-FFF2-40B4-BE49-F238E27FC236}">
                <a16:creationId xmlns:a16="http://schemas.microsoft.com/office/drawing/2014/main" id="{A26F56E2-26ED-49E6-BA0D-D628021FF12A}"/>
              </a:ext>
            </a:extLst>
          </p:cNvPr>
          <p:cNvGraphicFramePr>
            <a:graphicFrameLocks/>
          </p:cNvGraphicFramePr>
          <p:nvPr>
            <p:extLst>
              <p:ext uri="{D42A27DB-BD31-4B8C-83A1-F6EECF244321}">
                <p14:modId xmlns:p14="http://schemas.microsoft.com/office/powerpoint/2010/main" val="482249388"/>
              </p:ext>
            </p:extLst>
          </p:nvPr>
        </p:nvGraphicFramePr>
        <p:xfrm>
          <a:off x="1288743" y="1448391"/>
          <a:ext cx="8995896" cy="4912194"/>
        </p:xfrm>
        <a:graphic>
          <a:graphicData uri="http://schemas.openxmlformats.org/drawingml/2006/chart">
            <c:chart xmlns:c="http://schemas.openxmlformats.org/drawingml/2006/chart" xmlns:r="http://schemas.openxmlformats.org/officeDocument/2006/relationships" r:id="rId5"/>
          </a:graphicData>
        </a:graphic>
      </p:graphicFrame>
    </p:spTree>
    <p:custDataLst>
      <p:custData r:id="rId1"/>
      <p:custData r:id="rId2"/>
    </p:custDataLst>
    <p:extLst>
      <p:ext uri="{BB962C8B-B14F-4D97-AF65-F5344CB8AC3E}">
        <p14:creationId xmlns:p14="http://schemas.microsoft.com/office/powerpoint/2010/main" val="2425006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p:cNvSpPr>
            <a:spLocks noGrp="1"/>
          </p:cNvSpPr>
          <p:nvPr>
            <p:ph type="title"/>
          </p:nvPr>
        </p:nvSpPr>
        <p:spPr bwMode="gray">
          <a:xfrm>
            <a:off x="504349" y="542340"/>
            <a:ext cx="11186476" cy="738664"/>
          </a:xfrm>
        </p:spPr>
        <p:txBody>
          <a:bodyPr/>
          <a:lstStyle/>
          <a:p>
            <a:pPr algn="ctr"/>
            <a:r>
              <a:rPr lang="en-US">
                <a:solidFill>
                  <a:schemeClr val="accent1"/>
                </a:solidFill>
              </a:rPr>
              <a:t>Custom Code Object Count - Statistics as reported by ATC scans for S/4HANA 2025</a:t>
            </a:r>
          </a:p>
        </p:txBody>
      </p:sp>
      <p:sp>
        <p:nvSpPr>
          <p:cNvPr id="2" name="TextBox 1">
            <a:extLst>
              <a:ext uri="{FF2B5EF4-FFF2-40B4-BE49-F238E27FC236}">
                <a16:creationId xmlns:a16="http://schemas.microsoft.com/office/drawing/2014/main" id="{F42E99A2-964A-404F-948A-22AB5D4561FD}"/>
              </a:ext>
            </a:extLst>
          </p:cNvPr>
          <p:cNvSpPr txBox="1"/>
          <p:nvPr/>
        </p:nvSpPr>
        <p:spPr>
          <a:xfrm>
            <a:off x="504349" y="1281004"/>
            <a:ext cx="10626106" cy="553998"/>
          </a:xfrm>
          <a:prstGeom prst="rect">
            <a:avLst/>
          </a:prstGeom>
          <a:noFill/>
        </p:spPr>
        <p:txBody>
          <a:bodyPr wrap="square" lIns="0" tIns="0" rIns="0" bIns="0" rtlCol="0">
            <a:spAutoFit/>
          </a:bodyPr>
          <a:lstStyle/>
          <a:p>
            <a:pPr algn="ctr" fontAlgn="base">
              <a:spcAft>
                <a:spcPct val="0"/>
              </a:spcAft>
              <a:buClr>
                <a:srgbClr val="0070F2"/>
              </a:buClr>
              <a:buSzPct val="80000"/>
            </a:pPr>
            <a:r>
              <a:rPr lang="en-US" sz="1800" b="1" kern="0">
                <a:ea typeface="Arial Unicode MS" pitchFamily="34" charset="-128"/>
                <a:cs typeface="Arial Unicode MS" pitchFamily="34" charset="-128"/>
              </a:rPr>
              <a:t>Unique Object Count</a:t>
            </a:r>
          </a:p>
          <a:p>
            <a:pPr algn="ctr" fontAlgn="base">
              <a:spcAft>
                <a:spcPct val="0"/>
              </a:spcAft>
              <a:buClr>
                <a:srgbClr val="0070F2"/>
              </a:buClr>
              <a:buSzPct val="80000"/>
            </a:pPr>
            <a:r>
              <a:rPr lang="en-US" sz="1800" b="1" kern="0">
                <a:ea typeface="Arial Unicode MS" pitchFamily="34" charset="-128"/>
                <a:cs typeface="Arial Unicode MS" pitchFamily="34" charset="-128"/>
              </a:rPr>
              <a:t>Segregation as per Remediation Category</a:t>
            </a:r>
            <a:endParaRPr lang="en-IN" sz="1800" b="1" kern="0" err="1">
              <a:ea typeface="Arial Unicode MS" pitchFamily="34" charset="-128"/>
              <a:cs typeface="Arial Unicode MS" pitchFamily="34" charset="-128"/>
            </a:endParaRPr>
          </a:p>
        </p:txBody>
      </p:sp>
      <p:sp>
        <p:nvSpPr>
          <p:cNvPr id="3" name="TextBox 2">
            <a:extLst>
              <a:ext uri="{FF2B5EF4-FFF2-40B4-BE49-F238E27FC236}">
                <a16:creationId xmlns:a16="http://schemas.microsoft.com/office/drawing/2014/main" id="{B340891A-1CDD-47A2-93CC-FDDEBEDF608A}"/>
              </a:ext>
            </a:extLst>
          </p:cNvPr>
          <p:cNvSpPr txBox="1"/>
          <p:nvPr/>
        </p:nvSpPr>
        <p:spPr>
          <a:xfrm>
            <a:off x="421627" y="4960420"/>
            <a:ext cx="11380339" cy="1354217"/>
          </a:xfrm>
          <a:prstGeom prst="rect">
            <a:avLst/>
          </a:prstGeom>
          <a:noFill/>
        </p:spPr>
        <p:txBody>
          <a:bodyPr wrap="square" lIns="0" tIns="0" rIns="0" bIns="0" rtlCol="0">
            <a:spAutoFit/>
          </a:bodyPr>
          <a:lstStyle/>
          <a:p>
            <a:pPr fontAlgn="base">
              <a:spcBef>
                <a:spcPct val="50000"/>
              </a:spcBef>
              <a:spcAft>
                <a:spcPct val="0"/>
              </a:spcAft>
              <a:buClr>
                <a:srgbClr val="0070F2"/>
              </a:buClr>
              <a:buSzPct val="80000"/>
            </a:pPr>
            <a:r>
              <a:rPr lang="en-US" sz="1100" b="1" kern="0">
                <a:ea typeface="Arial Unicode MS" pitchFamily="34" charset="-128"/>
                <a:cs typeface="Arial Unicode MS" pitchFamily="34" charset="-128"/>
              </a:rPr>
              <a:t>Remediation Scope</a:t>
            </a:r>
            <a:r>
              <a:rPr lang="en-US" sz="1100" kern="0">
                <a:ea typeface="Arial Unicode MS" pitchFamily="34" charset="-128"/>
                <a:cs typeface="Arial Unicode MS" pitchFamily="34" charset="-128"/>
              </a:rPr>
              <a:t> - The custom code object can be remediated as per the changes in S/4HANA 2025, thus ensuring the required functionality is met - (SAP’s Scope)</a:t>
            </a:r>
          </a:p>
          <a:p>
            <a:pPr fontAlgn="base">
              <a:spcBef>
                <a:spcPct val="50000"/>
              </a:spcBef>
              <a:spcAft>
                <a:spcPct val="0"/>
              </a:spcAft>
              <a:buClr>
                <a:srgbClr val="0070F2"/>
              </a:buClr>
              <a:buSzPct val="80000"/>
            </a:pPr>
            <a:r>
              <a:rPr lang="en-US" sz="1100" b="1" kern="0">
                <a:ea typeface="Arial Unicode MS" pitchFamily="34" charset="-128"/>
                <a:cs typeface="Arial Unicode MS" pitchFamily="34" charset="-128"/>
              </a:rPr>
              <a:t>Pre-Existing Issue</a:t>
            </a:r>
            <a:r>
              <a:rPr lang="en-US" sz="1100" kern="0">
                <a:ea typeface="Arial Unicode MS" pitchFamily="34" charset="-128"/>
                <a:cs typeface="Arial Unicode MS" pitchFamily="34" charset="-128"/>
              </a:rPr>
              <a:t> - Custom code object which are having pre-existing issues (as in the current ECC system) - (Customer’s Scope)</a:t>
            </a:r>
          </a:p>
          <a:p>
            <a:pPr fontAlgn="base">
              <a:spcBef>
                <a:spcPct val="50000"/>
              </a:spcBef>
              <a:spcAft>
                <a:spcPct val="0"/>
              </a:spcAft>
              <a:buClr>
                <a:srgbClr val="0070F2"/>
              </a:buClr>
              <a:buSzPct val="80000"/>
            </a:pPr>
            <a:r>
              <a:rPr lang="en-US" sz="1100" b="1" kern="0">
                <a:ea typeface="Arial Unicode MS" pitchFamily="34" charset="-128"/>
                <a:cs typeface="Arial Unicode MS" pitchFamily="34" charset="-128"/>
              </a:rPr>
              <a:t>Clone </a:t>
            </a:r>
            <a:r>
              <a:rPr lang="en-US" sz="1100" kern="0">
                <a:ea typeface="Arial Unicode MS" pitchFamily="34" charset="-128"/>
                <a:cs typeface="Arial Unicode MS" pitchFamily="34" charset="-128"/>
              </a:rPr>
              <a:t>- Custom code objects which are classified as Clone Objects (copied using Standard SAP Objects) - (Customer’s Scope)</a:t>
            </a:r>
          </a:p>
          <a:p>
            <a:pPr fontAlgn="base">
              <a:spcBef>
                <a:spcPct val="50000"/>
              </a:spcBef>
              <a:spcAft>
                <a:spcPct val="0"/>
              </a:spcAft>
              <a:buClr>
                <a:srgbClr val="0070F2"/>
              </a:buClr>
              <a:buSzPct val="80000"/>
            </a:pPr>
            <a:r>
              <a:rPr lang="en-US" sz="1100" b="1" kern="0">
                <a:ea typeface="Arial Unicode MS" pitchFamily="34" charset="-128"/>
                <a:cs typeface="Arial Unicode MS" pitchFamily="34" charset="-128"/>
              </a:rPr>
              <a:t>Fit Gap</a:t>
            </a:r>
            <a:r>
              <a:rPr lang="en-US" sz="1100" kern="0">
                <a:ea typeface="Arial Unicode MS" pitchFamily="34" charset="-128"/>
                <a:cs typeface="Arial Unicode MS" pitchFamily="34" charset="-128"/>
              </a:rPr>
              <a:t> - Custom code objects which involve some deprecated functionalities, and needs further review in the system, or with the functional / business team - (Customer’s Scope)</a:t>
            </a:r>
          </a:p>
          <a:p>
            <a:pPr fontAlgn="base">
              <a:spcBef>
                <a:spcPct val="50000"/>
              </a:spcBef>
              <a:spcAft>
                <a:spcPct val="0"/>
              </a:spcAft>
              <a:buClr>
                <a:srgbClr val="0070F2"/>
              </a:buClr>
              <a:buSzPct val="80000"/>
            </a:pPr>
            <a:r>
              <a:rPr lang="en-US" sz="1100" b="1" kern="0">
                <a:ea typeface="Arial Unicode MS" pitchFamily="34" charset="-128"/>
                <a:cs typeface="Arial Unicode MS" pitchFamily="34" charset="-128"/>
              </a:rPr>
              <a:t>Optional Remediation </a:t>
            </a:r>
            <a:r>
              <a:rPr lang="en-US" sz="1100" kern="0">
                <a:ea typeface="Arial Unicode MS" pitchFamily="34" charset="-128"/>
                <a:cs typeface="Arial Unicode MS" pitchFamily="34" charset="-128"/>
              </a:rPr>
              <a:t>- The custom code object needs no changes and will work as is in the S/4HANA 2025 system. All the impacts from these objects are optional impacts, which can be ignored - (Optional Scope, can be ignored. Remediation will account for additional efforts)</a:t>
            </a:r>
            <a:endParaRPr lang="en-IN" sz="1100" kern="0">
              <a:ea typeface="Arial Unicode MS" pitchFamily="34" charset="-128"/>
              <a:cs typeface="Arial Unicode MS" pitchFamily="34" charset="-128"/>
            </a:endParaRPr>
          </a:p>
        </p:txBody>
      </p:sp>
      <p:graphicFrame>
        <p:nvGraphicFramePr>
          <p:cNvPr id="6" name="Chart 5">
            <a:extLst>
              <a:ext uri="{FF2B5EF4-FFF2-40B4-BE49-F238E27FC236}">
                <a16:creationId xmlns:a16="http://schemas.microsoft.com/office/drawing/2014/main" id="{1EE1CBFB-D8F5-A88A-8F16-ADEA8DF340B9}"/>
              </a:ext>
            </a:extLst>
          </p:cNvPr>
          <p:cNvGraphicFramePr>
            <a:graphicFrameLocks/>
          </p:cNvGraphicFramePr>
          <p:nvPr>
            <p:extLst>
              <p:ext uri="{D42A27DB-BD31-4B8C-83A1-F6EECF244321}">
                <p14:modId xmlns:p14="http://schemas.microsoft.com/office/powerpoint/2010/main" val="3426219194"/>
              </p:ext>
            </p:extLst>
          </p:nvPr>
        </p:nvGraphicFramePr>
        <p:xfrm>
          <a:off x="2572552" y="1841224"/>
          <a:ext cx="6489700" cy="2982914"/>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a:extLst>
              <a:ext uri="{FF2B5EF4-FFF2-40B4-BE49-F238E27FC236}">
                <a16:creationId xmlns:a16="http://schemas.microsoft.com/office/drawing/2014/main" id="{E0360851-DBA3-3F69-1D04-2C595B1EA575}"/>
              </a:ext>
            </a:extLst>
          </p:cNvPr>
          <p:cNvSpPr txBox="1"/>
          <p:nvPr/>
        </p:nvSpPr>
        <p:spPr>
          <a:xfrm>
            <a:off x="9666308" y="3089934"/>
            <a:ext cx="2135658" cy="49244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IN" sz="800" kern="0">
                <a:latin typeface="72 Brand" panose="020B0504030603020204" pitchFamily="34" charset="0"/>
                <a:ea typeface="Arial Unicode MS" pitchFamily="34" charset="-128"/>
                <a:cs typeface="Arial Unicode MS" pitchFamily="34" charset="-128"/>
              </a:rPr>
              <a:t>      Remediation Scope</a:t>
            </a:r>
          </a:p>
          <a:p>
            <a:pPr algn="l" fontAlgn="base">
              <a:spcBef>
                <a:spcPct val="50000"/>
              </a:spcBef>
              <a:spcAft>
                <a:spcPct val="0"/>
              </a:spcAft>
              <a:buClr>
                <a:schemeClr val="tx1"/>
              </a:buClr>
              <a:buSzPct val="100000"/>
            </a:pPr>
            <a:r>
              <a:rPr lang="en-IN" sz="800" kern="0">
                <a:latin typeface="72 Brand" panose="020B0504030603020204" pitchFamily="34" charset="0"/>
                <a:ea typeface="Arial Unicode MS" pitchFamily="34" charset="-128"/>
                <a:cs typeface="Arial Unicode MS" pitchFamily="34" charset="-128"/>
              </a:rPr>
              <a:t>      Optional Scope (no fix required)</a:t>
            </a:r>
          </a:p>
          <a:p>
            <a:pPr algn="l" fontAlgn="base">
              <a:spcBef>
                <a:spcPct val="50000"/>
              </a:spcBef>
              <a:spcAft>
                <a:spcPct val="0"/>
              </a:spcAft>
              <a:buClr>
                <a:schemeClr val="tx1"/>
              </a:buClr>
              <a:buSzPct val="100000"/>
            </a:pPr>
            <a:r>
              <a:rPr lang="en-IN" sz="800" kern="0">
                <a:latin typeface="72 Brand" panose="020B0504030603020204" pitchFamily="34" charset="0"/>
                <a:ea typeface="Arial Unicode MS" pitchFamily="34" charset="-128"/>
                <a:cs typeface="Arial Unicode MS" pitchFamily="34" charset="-128"/>
              </a:rPr>
              <a:t>      Out of scope</a:t>
            </a:r>
          </a:p>
        </p:txBody>
      </p:sp>
      <p:sp>
        <p:nvSpPr>
          <p:cNvPr id="12" name="Oval 11">
            <a:extLst>
              <a:ext uri="{FF2B5EF4-FFF2-40B4-BE49-F238E27FC236}">
                <a16:creationId xmlns:a16="http://schemas.microsoft.com/office/drawing/2014/main" id="{324BC95E-362F-112E-C799-17CFF6DC9B6B}"/>
              </a:ext>
            </a:extLst>
          </p:cNvPr>
          <p:cNvSpPr/>
          <p:nvPr/>
        </p:nvSpPr>
        <p:spPr bwMode="gray">
          <a:xfrm flipV="1">
            <a:off x="9666305" y="3493716"/>
            <a:ext cx="45719" cy="45719"/>
          </a:xfrm>
          <a:prstGeom prst="ellipse">
            <a:avLst/>
          </a:prstGeom>
          <a:solidFill>
            <a:srgbClr val="FF0000"/>
          </a:solidFill>
          <a:ln w="25400" algn="ctr">
            <a:solidFill>
              <a:srgbClr val="FF00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IN"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D588C3B2-1791-F289-B866-7A5DED230D5E}"/>
              </a:ext>
            </a:extLst>
          </p:cNvPr>
          <p:cNvSpPr/>
          <p:nvPr/>
        </p:nvSpPr>
        <p:spPr bwMode="gray">
          <a:xfrm>
            <a:off x="9666304" y="3125928"/>
            <a:ext cx="45719" cy="45719"/>
          </a:xfrm>
          <a:prstGeom prst="ellipse">
            <a:avLst/>
          </a:prstGeom>
          <a:solidFill>
            <a:srgbClr val="92D050"/>
          </a:solidFill>
          <a:ln w="25400" algn="ctr">
            <a:solidFill>
              <a:srgbClr val="92D05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IN"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4" name="Oval 13">
            <a:extLst>
              <a:ext uri="{FF2B5EF4-FFF2-40B4-BE49-F238E27FC236}">
                <a16:creationId xmlns:a16="http://schemas.microsoft.com/office/drawing/2014/main" id="{A3FE0ED4-037D-E6CD-F9F7-79857BFA5938}"/>
              </a:ext>
            </a:extLst>
          </p:cNvPr>
          <p:cNvSpPr/>
          <p:nvPr/>
        </p:nvSpPr>
        <p:spPr bwMode="gray">
          <a:xfrm>
            <a:off x="9666304" y="3309822"/>
            <a:ext cx="45719" cy="45719"/>
          </a:xfrm>
          <a:prstGeom prst="ellipse">
            <a:avLst/>
          </a:prstGeom>
          <a:solidFill>
            <a:srgbClr val="FFFF00"/>
          </a:solidFill>
          <a:ln w="25400" algn="ctr">
            <a:solidFill>
              <a:srgbClr val="FFFF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IN" sz="1800" b="0" i="0" u="none" strike="noStrike" kern="0" cap="none" spc="0" normalizeH="0" baseline="0" noProof="0" err="1">
              <a:ln>
                <a:noFill/>
              </a:ln>
              <a:effectLst/>
              <a:uLnTx/>
              <a:uFillTx/>
              <a:ea typeface="Arial Unicode MS" pitchFamily="34" charset="-128"/>
              <a:cs typeface="Arial Unicode MS" pitchFamily="34" charset="-128"/>
            </a:endParaRPr>
          </a:p>
        </p:txBody>
      </p:sp>
    </p:spTree>
    <p:custDataLst>
      <p:custData r:id="rId1"/>
      <p:custData r:id="rId2"/>
    </p:custDataLst>
    <p:extLst>
      <p:ext uri="{BB962C8B-B14F-4D97-AF65-F5344CB8AC3E}">
        <p14:creationId xmlns:p14="http://schemas.microsoft.com/office/powerpoint/2010/main" val="457382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p:cNvSpPr>
            <a:spLocks noGrp="1"/>
          </p:cNvSpPr>
          <p:nvPr>
            <p:ph type="title"/>
          </p:nvPr>
        </p:nvSpPr>
        <p:spPr bwMode="gray">
          <a:xfrm>
            <a:off x="504001" y="504000"/>
            <a:ext cx="11186476" cy="738664"/>
          </a:xfrm>
        </p:spPr>
        <p:txBody>
          <a:bodyPr/>
          <a:lstStyle/>
          <a:p>
            <a:pPr algn="ctr"/>
            <a:r>
              <a:rPr lang="en-US">
                <a:solidFill>
                  <a:schemeClr val="accent1"/>
                </a:solidFill>
              </a:rPr>
              <a:t>Custom Code Impacts - Statistics as reported by ATC scans for S/4HANA 2025</a:t>
            </a:r>
          </a:p>
        </p:txBody>
      </p:sp>
      <p:sp>
        <p:nvSpPr>
          <p:cNvPr id="2" name="TextBox 1">
            <a:extLst>
              <a:ext uri="{FF2B5EF4-FFF2-40B4-BE49-F238E27FC236}">
                <a16:creationId xmlns:a16="http://schemas.microsoft.com/office/drawing/2014/main" id="{F42E99A2-964A-404F-948A-22AB5D4561FD}"/>
              </a:ext>
            </a:extLst>
          </p:cNvPr>
          <p:cNvSpPr txBox="1"/>
          <p:nvPr/>
        </p:nvSpPr>
        <p:spPr>
          <a:xfrm>
            <a:off x="421626" y="1335640"/>
            <a:ext cx="11186475" cy="276999"/>
          </a:xfrm>
          <a:prstGeom prst="rect">
            <a:avLst/>
          </a:prstGeom>
          <a:noFill/>
        </p:spPr>
        <p:txBody>
          <a:bodyPr wrap="square" lIns="0" tIns="0" rIns="0" bIns="0" rtlCol="0">
            <a:spAutoFit/>
          </a:bodyPr>
          <a:lstStyle/>
          <a:p>
            <a:pPr algn="ctr" fontAlgn="base">
              <a:spcBef>
                <a:spcPct val="50000"/>
              </a:spcBef>
              <a:spcAft>
                <a:spcPct val="0"/>
              </a:spcAft>
              <a:buClr>
                <a:srgbClr val="0070F2"/>
              </a:buClr>
              <a:buSzPct val="80000"/>
            </a:pPr>
            <a:r>
              <a:rPr lang="en-US" sz="1800" b="1" kern="0">
                <a:ea typeface="Arial Unicode MS" pitchFamily="34" charset="-128"/>
                <a:cs typeface="Arial Unicode MS" pitchFamily="34" charset="-128"/>
              </a:rPr>
              <a:t>ATC Impacts (lines of code) - Segregation as per Impact Category</a:t>
            </a:r>
            <a:endParaRPr lang="en-IN" sz="1800" b="1" kern="0" err="1">
              <a:ea typeface="Arial Unicode MS" pitchFamily="34" charset="-128"/>
              <a:cs typeface="Arial Unicode MS" pitchFamily="34" charset="-128"/>
            </a:endParaRPr>
          </a:p>
        </p:txBody>
      </p:sp>
      <p:sp>
        <p:nvSpPr>
          <p:cNvPr id="3" name="TextBox 2">
            <a:extLst>
              <a:ext uri="{FF2B5EF4-FFF2-40B4-BE49-F238E27FC236}">
                <a16:creationId xmlns:a16="http://schemas.microsoft.com/office/drawing/2014/main" id="{0DA9E54A-43AD-4B9C-AEE2-475D81DCF1E2}"/>
              </a:ext>
            </a:extLst>
          </p:cNvPr>
          <p:cNvSpPr txBox="1"/>
          <p:nvPr/>
        </p:nvSpPr>
        <p:spPr>
          <a:xfrm>
            <a:off x="5835327" y="1705614"/>
            <a:ext cx="5987022" cy="5078313"/>
          </a:xfrm>
          <a:prstGeom prst="rect">
            <a:avLst/>
          </a:prstGeom>
          <a:noFill/>
        </p:spPr>
        <p:txBody>
          <a:bodyPr wrap="square" lIns="0" tIns="0" rIns="0" bIns="0" rtlCol="0">
            <a:spAutoFit/>
          </a:bodyPr>
          <a:lstStyle/>
          <a:p>
            <a:pPr marL="285750" indent="-285750" algn="just" fontAlgn="base">
              <a:spcBef>
                <a:spcPct val="50000"/>
              </a:spcBef>
              <a:spcAft>
                <a:spcPct val="0"/>
              </a:spcAft>
              <a:buClr>
                <a:srgbClr val="0070F2"/>
              </a:buClr>
              <a:buSzPct val="80000"/>
              <a:buFont typeface="Arial" panose="020B0604020202020204" pitchFamily="34" charset="0"/>
              <a:buChar char="•"/>
            </a:pPr>
            <a:r>
              <a:rPr lang="en-IN" sz="1100" u="sng" kern="0">
                <a:ea typeface="Arial Unicode MS" pitchFamily="34" charset="-128"/>
                <a:cs typeface="Arial Unicode MS" pitchFamily="34" charset="-128"/>
              </a:rPr>
              <a:t>Total Impacts reported by ATC Report</a:t>
            </a:r>
            <a:r>
              <a:rPr lang="en-IN" sz="1100" kern="0">
                <a:ea typeface="Arial Unicode MS" pitchFamily="34" charset="-128"/>
                <a:cs typeface="Arial Unicode MS" pitchFamily="34" charset="-128"/>
              </a:rPr>
              <a:t> : 1419 impacts</a:t>
            </a:r>
          </a:p>
          <a:p>
            <a:pPr marL="285750" indent="-285750" algn="just" fontAlgn="base">
              <a:spcBef>
                <a:spcPct val="50000"/>
              </a:spcBef>
              <a:spcAft>
                <a:spcPct val="0"/>
              </a:spcAft>
              <a:buClr>
                <a:srgbClr val="0070F2"/>
              </a:buClr>
              <a:buSzPct val="80000"/>
              <a:buFont typeface="Arial" panose="020B0604020202020204" pitchFamily="34" charset="0"/>
              <a:buChar char="•"/>
            </a:pPr>
            <a:r>
              <a:rPr lang="en-IN" sz="1100" u="sng" kern="0">
                <a:ea typeface="Arial Unicode MS" pitchFamily="34" charset="-128"/>
                <a:cs typeface="Arial Unicode MS" pitchFamily="34" charset="-128"/>
              </a:rPr>
              <a:t>Pre-existing Error Impact</a:t>
            </a:r>
            <a:r>
              <a:rPr lang="en-IN" sz="1100" kern="0">
                <a:ea typeface="Arial Unicode MS" pitchFamily="34" charset="-128"/>
                <a:cs typeface="Arial Unicode MS" pitchFamily="34" charset="-128"/>
              </a:rPr>
              <a:t> : 98 impacts</a:t>
            </a:r>
            <a:endParaRPr lang="en-IN" sz="1100" u="sng" kern="0">
              <a:ea typeface="Arial Unicode MS" pitchFamily="34" charset="-128"/>
              <a:cs typeface="Arial Unicode MS" pitchFamily="34" charset="-128"/>
            </a:endParaRPr>
          </a:p>
          <a:p>
            <a:pPr marL="830138" lvl="1" indent="-285750" algn="just" fontAlgn="base">
              <a:spcBef>
                <a:spcPct val="50000"/>
              </a:spcBef>
              <a:spcAft>
                <a:spcPct val="0"/>
              </a:spcAft>
              <a:buClr>
                <a:srgbClr val="0070F2"/>
              </a:buClr>
              <a:buSzPct val="80000"/>
              <a:buFont typeface="Arial" panose="020B0604020202020204" pitchFamily="34" charset="0"/>
              <a:buChar char="•"/>
            </a:pPr>
            <a:r>
              <a:rPr lang="en-IN" sz="1100" kern="0">
                <a:ea typeface="Arial Unicode MS" pitchFamily="34" charset="-128"/>
              </a:rPr>
              <a:t>Impacts reported from the custom code objects which either have:-</a:t>
            </a:r>
          </a:p>
          <a:p>
            <a:pPr marL="1374526" lvl="2" indent="-285750" algn="just" fontAlgn="base">
              <a:spcBef>
                <a:spcPct val="50000"/>
              </a:spcBef>
              <a:spcAft>
                <a:spcPct val="0"/>
              </a:spcAft>
              <a:buClr>
                <a:srgbClr val="0070F2"/>
              </a:buClr>
              <a:buFont typeface="Arial" panose="020B0604020202020204" pitchFamily="34" charset="0"/>
              <a:buChar char="•"/>
            </a:pPr>
            <a:r>
              <a:rPr lang="en-IN" sz="1100" kern="0">
                <a:ea typeface="Arial Unicode MS" pitchFamily="34" charset="-128"/>
                <a:cs typeface="Arial Unicode MS" pitchFamily="34" charset="-128"/>
              </a:rPr>
              <a:t>Pre-existing syntax error, or</a:t>
            </a:r>
          </a:p>
          <a:p>
            <a:pPr marL="1374526" lvl="2" indent="-285750" algn="just" fontAlgn="base">
              <a:spcBef>
                <a:spcPct val="50000"/>
              </a:spcBef>
              <a:spcAft>
                <a:spcPct val="0"/>
              </a:spcAft>
              <a:buClr>
                <a:srgbClr val="0070F2"/>
              </a:buClr>
              <a:buFont typeface="Arial" panose="020B0604020202020204" pitchFamily="34" charset="0"/>
              <a:buChar char="•"/>
            </a:pPr>
            <a:r>
              <a:rPr lang="en-IN" sz="1100" kern="0">
                <a:ea typeface="Arial Unicode MS" pitchFamily="34" charset="-128"/>
                <a:cs typeface="Arial Unicode MS" pitchFamily="34" charset="-128"/>
              </a:rPr>
              <a:t>Inconsistent statements (which if executed will result in short dump)</a:t>
            </a:r>
          </a:p>
          <a:p>
            <a:pPr marL="285750" indent="-285750" algn="just" fontAlgn="base">
              <a:spcBef>
                <a:spcPct val="50000"/>
              </a:spcBef>
              <a:spcAft>
                <a:spcPct val="0"/>
              </a:spcAft>
              <a:buClr>
                <a:srgbClr val="0070F2"/>
              </a:buClr>
              <a:buSzPct val="80000"/>
              <a:buFont typeface="Arial" panose="020B0604020202020204" pitchFamily="34" charset="0"/>
              <a:buChar char="•"/>
            </a:pPr>
            <a:r>
              <a:rPr lang="en-IN" sz="1100" u="sng" kern="0">
                <a:ea typeface="Arial Unicode MS" pitchFamily="34" charset="-128"/>
                <a:cs typeface="Arial Unicode MS" pitchFamily="34" charset="-128"/>
              </a:rPr>
              <a:t>HCA Impact (HANA Code Adaptation)</a:t>
            </a:r>
            <a:r>
              <a:rPr lang="en-IN" sz="1100" kern="0">
                <a:ea typeface="Arial Unicode MS" pitchFamily="34" charset="-128"/>
                <a:cs typeface="Arial Unicode MS" pitchFamily="34" charset="-128"/>
              </a:rPr>
              <a:t> : 169 impacts</a:t>
            </a:r>
            <a:endParaRPr lang="en-IN" sz="1100" u="sng" kern="0">
              <a:ea typeface="Arial Unicode MS" pitchFamily="34" charset="-128"/>
              <a:cs typeface="Arial Unicode MS" pitchFamily="34" charset="-128"/>
            </a:endParaRPr>
          </a:p>
          <a:p>
            <a:pPr marL="830138" lvl="1" indent="-285750" algn="just" fontAlgn="base">
              <a:spcBef>
                <a:spcPct val="50000"/>
              </a:spcBef>
              <a:spcAft>
                <a:spcPct val="0"/>
              </a:spcAft>
              <a:buClr>
                <a:srgbClr val="0070F2"/>
              </a:buClr>
              <a:buSzPct val="80000"/>
              <a:buFont typeface="Arial" panose="020B0604020202020204" pitchFamily="34" charset="0"/>
              <a:buChar char="•"/>
            </a:pPr>
            <a:r>
              <a:rPr lang="en-US" sz="1100" kern="0">
                <a:ea typeface="Arial Unicode MS" pitchFamily="34" charset="-128"/>
                <a:cs typeface="Arial Unicode MS" pitchFamily="34" charset="-128"/>
              </a:rPr>
              <a:t>Result of the change to HANA DB</a:t>
            </a:r>
          </a:p>
          <a:p>
            <a:pPr marL="830138" lvl="1" indent="-285750" algn="just" fontAlgn="base">
              <a:spcBef>
                <a:spcPct val="50000"/>
              </a:spcBef>
              <a:spcAft>
                <a:spcPct val="0"/>
              </a:spcAft>
              <a:buClr>
                <a:srgbClr val="0070F2"/>
              </a:buClr>
              <a:buSzPct val="80000"/>
              <a:buFont typeface="Arial" panose="020B0604020202020204" pitchFamily="34" charset="0"/>
              <a:buChar char="•"/>
            </a:pPr>
            <a:r>
              <a:rPr lang="en-US" sz="1100" kern="0">
                <a:ea typeface="Arial Unicode MS" pitchFamily="34" charset="-128"/>
                <a:cs typeface="Arial Unicode MS" pitchFamily="34" charset="-128"/>
              </a:rPr>
              <a:t>Have no functional impact</a:t>
            </a:r>
          </a:p>
          <a:p>
            <a:pPr marL="830138" lvl="1" indent="-285750" algn="just" fontAlgn="base">
              <a:spcBef>
                <a:spcPct val="50000"/>
              </a:spcBef>
              <a:spcAft>
                <a:spcPct val="0"/>
              </a:spcAft>
              <a:buClr>
                <a:srgbClr val="0070F2"/>
              </a:buClr>
              <a:buSzPct val="80000"/>
              <a:buFont typeface="Arial" panose="020B0604020202020204" pitchFamily="34" charset="0"/>
              <a:buChar char="•"/>
            </a:pPr>
            <a:r>
              <a:rPr lang="en-US" sz="1100" kern="0">
                <a:ea typeface="Arial Unicode MS" pitchFamily="34" charset="-128"/>
                <a:cs typeface="Arial Unicode MS" pitchFamily="34" charset="-128"/>
              </a:rPr>
              <a:t>Are of a technical nature </a:t>
            </a:r>
          </a:p>
          <a:p>
            <a:pPr marL="830138" lvl="1" indent="-285750" algn="just" fontAlgn="base">
              <a:spcBef>
                <a:spcPct val="50000"/>
              </a:spcBef>
              <a:spcAft>
                <a:spcPct val="0"/>
              </a:spcAft>
              <a:buClr>
                <a:srgbClr val="0070F2"/>
              </a:buClr>
              <a:buSzPct val="80000"/>
              <a:buFont typeface="Arial" panose="020B0604020202020204" pitchFamily="34" charset="0"/>
              <a:buChar char="•"/>
            </a:pPr>
            <a:r>
              <a:rPr lang="en-US" sz="1100" kern="0">
                <a:ea typeface="Arial Unicode MS" pitchFamily="34" charset="-128"/>
                <a:cs typeface="Arial Unicode MS" pitchFamily="34" charset="-128"/>
              </a:rPr>
              <a:t>In many cases can be performed ahead of the conversion</a:t>
            </a:r>
          </a:p>
          <a:p>
            <a:pPr marL="830138" lvl="1" indent="-285750" algn="just" fontAlgn="base">
              <a:spcBef>
                <a:spcPct val="50000"/>
              </a:spcBef>
              <a:spcAft>
                <a:spcPct val="0"/>
              </a:spcAft>
              <a:buClr>
                <a:srgbClr val="0070F2"/>
              </a:buClr>
              <a:buSzPct val="80000"/>
              <a:buFont typeface="Arial" panose="020B0604020202020204" pitchFamily="34" charset="0"/>
              <a:buChar char="•"/>
            </a:pPr>
            <a:r>
              <a:rPr lang="en-US" sz="1100" kern="0">
                <a:ea typeface="Arial Unicode MS" pitchFamily="34" charset="-128"/>
                <a:cs typeface="Arial Unicode MS" pitchFamily="34" charset="-128"/>
              </a:rPr>
              <a:t>Quick Fixes widely available</a:t>
            </a:r>
            <a:endParaRPr lang="en-IN" sz="1100" kern="0">
              <a:ea typeface="Arial Unicode MS" pitchFamily="34" charset="-128"/>
              <a:cs typeface="Arial Unicode MS" pitchFamily="34" charset="-128"/>
            </a:endParaRPr>
          </a:p>
          <a:p>
            <a:pPr marL="285750" indent="-285750" algn="just" fontAlgn="base">
              <a:spcBef>
                <a:spcPct val="50000"/>
              </a:spcBef>
              <a:spcAft>
                <a:spcPct val="0"/>
              </a:spcAft>
              <a:buClr>
                <a:srgbClr val="0070F2"/>
              </a:buClr>
              <a:buSzPct val="80000"/>
              <a:buFont typeface="Arial" panose="020B0604020202020204" pitchFamily="34" charset="0"/>
              <a:buChar char="•"/>
            </a:pPr>
            <a:r>
              <a:rPr lang="en-IN" sz="1100" u="sng" kern="0">
                <a:ea typeface="Arial Unicode MS" pitchFamily="34" charset="-128"/>
                <a:cs typeface="Arial Unicode MS" pitchFamily="34" charset="-128"/>
              </a:rPr>
              <a:t>S/4HANA Impact</a:t>
            </a:r>
            <a:r>
              <a:rPr lang="en-IN" sz="1100" kern="0">
                <a:ea typeface="Arial Unicode MS" pitchFamily="34" charset="-128"/>
                <a:cs typeface="Arial Unicode MS" pitchFamily="34" charset="-128"/>
              </a:rPr>
              <a:t> : 1152 impacts</a:t>
            </a:r>
            <a:endParaRPr lang="en-IN" sz="1100" u="sng" kern="0">
              <a:ea typeface="Arial Unicode MS" pitchFamily="34" charset="-128"/>
              <a:cs typeface="Arial Unicode MS" pitchFamily="34" charset="-128"/>
            </a:endParaRPr>
          </a:p>
          <a:p>
            <a:pPr marL="830138" lvl="1" indent="-285750" algn="just" fontAlgn="base">
              <a:spcBef>
                <a:spcPct val="50000"/>
              </a:spcBef>
              <a:spcAft>
                <a:spcPct val="0"/>
              </a:spcAft>
              <a:buClr>
                <a:srgbClr val="0070F2"/>
              </a:buClr>
              <a:buSzPct val="80000"/>
              <a:buFont typeface="Arial" panose="020B0604020202020204" pitchFamily="34" charset="0"/>
              <a:buChar char="•"/>
            </a:pPr>
            <a:r>
              <a:rPr lang="en-IN" sz="1100" kern="0">
                <a:ea typeface="Arial Unicode MS" pitchFamily="34" charset="-128"/>
                <a:cs typeface="Arial Unicode MS" pitchFamily="34" charset="-128"/>
              </a:rPr>
              <a:t>Result of change of the business suite from ECC to S/4HANA</a:t>
            </a:r>
          </a:p>
          <a:p>
            <a:pPr marL="830138" lvl="1" indent="-285750" algn="just" fontAlgn="base">
              <a:spcBef>
                <a:spcPct val="50000"/>
              </a:spcBef>
              <a:spcAft>
                <a:spcPct val="0"/>
              </a:spcAft>
              <a:buClr>
                <a:srgbClr val="0070F2"/>
              </a:buClr>
              <a:buSzPct val="80000"/>
              <a:buFont typeface="Arial" panose="020B0604020202020204" pitchFamily="34" charset="0"/>
              <a:buChar char="•"/>
            </a:pPr>
            <a:r>
              <a:rPr lang="en-US" sz="1100" kern="0">
                <a:ea typeface="Arial Unicode MS" pitchFamily="34" charset="-128"/>
              </a:rPr>
              <a:t>The Simplification Database is a database table in the SAP S/4HANA system that contains all simplification items that refer to SAP objects simplified in SAP S/4HANA. Each simplification item describes changed or removed SAP objects and refers to a dedicated SAP Note that describes the impact of the change and how the related custom code can be adapted.</a:t>
            </a:r>
          </a:p>
          <a:p>
            <a:pPr marL="285750" indent="-285750" algn="just" fontAlgn="base">
              <a:spcBef>
                <a:spcPct val="50000"/>
              </a:spcBef>
              <a:spcAft>
                <a:spcPct val="0"/>
              </a:spcAft>
              <a:buClr>
                <a:srgbClr val="0070F2"/>
              </a:buClr>
              <a:buSzPct val="80000"/>
              <a:buFont typeface="Arial" panose="020B0604020202020204" pitchFamily="34" charset="0"/>
              <a:buChar char="•"/>
            </a:pPr>
            <a:r>
              <a:rPr lang="en-IN" sz="1100" u="sng" kern="0">
                <a:ea typeface="Arial Unicode MS" pitchFamily="34" charset="-128"/>
                <a:cs typeface="Arial Unicode MS" pitchFamily="34" charset="-128"/>
              </a:rPr>
              <a:t>Third party objects</a:t>
            </a:r>
            <a:r>
              <a:rPr lang="en-IN" sz="1100" kern="0">
                <a:ea typeface="Arial Unicode MS" pitchFamily="34" charset="-128"/>
                <a:cs typeface="Arial Unicode MS" pitchFamily="34" charset="-128"/>
              </a:rPr>
              <a:t> : 0 impacts </a:t>
            </a:r>
          </a:p>
          <a:p>
            <a:pPr marL="285750" indent="-285750" algn="just" fontAlgn="base">
              <a:spcBef>
                <a:spcPct val="50000"/>
              </a:spcBef>
              <a:spcAft>
                <a:spcPct val="0"/>
              </a:spcAft>
              <a:buClr>
                <a:srgbClr val="0070F2"/>
              </a:buClr>
              <a:buSzPct val="80000"/>
              <a:buFont typeface="Arial" panose="020B0604020202020204" pitchFamily="34" charset="0"/>
              <a:buChar char="•"/>
            </a:pPr>
            <a:r>
              <a:rPr lang="en-US" sz="1100" kern="0">
                <a:ea typeface="Arial Unicode MS" pitchFamily="34" charset="-128"/>
                <a:cs typeface="Arial Unicode MS" pitchFamily="34" charset="-128"/>
              </a:rPr>
              <a:t>Objects from external namespaces: /ORS/*, /PROMENTA/* are impacted</a:t>
            </a:r>
          </a:p>
          <a:p>
            <a:pPr lvl="1" algn="just" fontAlgn="base">
              <a:spcBef>
                <a:spcPct val="50000"/>
              </a:spcBef>
              <a:spcAft>
                <a:spcPct val="0"/>
              </a:spcAft>
              <a:buClr>
                <a:srgbClr val="0070F2"/>
              </a:buClr>
              <a:buSzPct val="80000"/>
              <a:buNone/>
            </a:pPr>
            <a:endParaRPr lang="en-US" sz="1100" kern="0">
              <a:ea typeface="Arial Unicode MS" pitchFamily="34" charset="-128"/>
            </a:endParaRPr>
          </a:p>
        </p:txBody>
      </p:sp>
      <p:graphicFrame>
        <p:nvGraphicFramePr>
          <p:cNvPr id="6" name="Chart 5">
            <a:extLst>
              <a:ext uri="{FF2B5EF4-FFF2-40B4-BE49-F238E27FC236}">
                <a16:creationId xmlns:a16="http://schemas.microsoft.com/office/drawing/2014/main" id="{A2D09D4C-DC08-4CDA-AD55-0FC859114FB7}"/>
              </a:ext>
            </a:extLst>
          </p:cNvPr>
          <p:cNvGraphicFramePr>
            <a:graphicFrameLocks/>
          </p:cNvGraphicFramePr>
          <p:nvPr>
            <p:extLst>
              <p:ext uri="{D42A27DB-BD31-4B8C-83A1-F6EECF244321}">
                <p14:modId xmlns:p14="http://schemas.microsoft.com/office/powerpoint/2010/main" val="2036967158"/>
              </p:ext>
            </p:extLst>
          </p:nvPr>
        </p:nvGraphicFramePr>
        <p:xfrm>
          <a:off x="-1876177" y="2218439"/>
          <a:ext cx="5556634" cy="465512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Chart 3">
            <a:extLst>
              <a:ext uri="{FF2B5EF4-FFF2-40B4-BE49-F238E27FC236}">
                <a16:creationId xmlns:a16="http://schemas.microsoft.com/office/drawing/2014/main" id="{65993C9A-3F20-49C0-8E54-ED48240D83A0}"/>
              </a:ext>
            </a:extLst>
          </p:cNvPr>
          <p:cNvGraphicFramePr>
            <a:graphicFrameLocks/>
          </p:cNvGraphicFramePr>
          <p:nvPr>
            <p:extLst>
              <p:ext uri="{D42A27DB-BD31-4B8C-83A1-F6EECF244321}">
                <p14:modId xmlns:p14="http://schemas.microsoft.com/office/powerpoint/2010/main" val="4048716005"/>
              </p:ext>
            </p:extLst>
          </p:nvPr>
        </p:nvGraphicFramePr>
        <p:xfrm>
          <a:off x="712787" y="1762124"/>
          <a:ext cx="4775200" cy="4733925"/>
        </p:xfrm>
        <a:graphic>
          <a:graphicData uri="http://schemas.openxmlformats.org/drawingml/2006/chart">
            <c:chart xmlns:c="http://schemas.openxmlformats.org/drawingml/2006/chart" xmlns:r="http://schemas.openxmlformats.org/officeDocument/2006/relationships" r:id="rId6"/>
          </a:graphicData>
        </a:graphic>
      </p:graphicFrame>
    </p:spTree>
    <p:custDataLst>
      <p:custData r:id="rId1"/>
      <p:custData r:id="rId2"/>
    </p:custDataLst>
    <p:extLst>
      <p:ext uri="{BB962C8B-B14F-4D97-AF65-F5344CB8AC3E}">
        <p14:creationId xmlns:p14="http://schemas.microsoft.com/office/powerpoint/2010/main" val="3167214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p:cNvSpPr>
            <a:spLocks noGrp="1"/>
          </p:cNvSpPr>
          <p:nvPr>
            <p:ph type="title"/>
          </p:nvPr>
        </p:nvSpPr>
        <p:spPr bwMode="gray">
          <a:xfrm>
            <a:off x="504001" y="504000"/>
            <a:ext cx="11186476" cy="738664"/>
          </a:xfrm>
        </p:spPr>
        <p:txBody>
          <a:bodyPr/>
          <a:lstStyle/>
          <a:p>
            <a:pPr algn="ctr"/>
            <a:r>
              <a:rPr lang="en-US">
                <a:solidFill>
                  <a:schemeClr val="accent1"/>
                </a:solidFill>
              </a:rPr>
              <a:t>Custom Code Impacts - Statistics as reported by ATC scans for S/4HANA 2025</a:t>
            </a:r>
          </a:p>
        </p:txBody>
      </p:sp>
      <p:sp>
        <p:nvSpPr>
          <p:cNvPr id="2" name="TextBox 1">
            <a:extLst>
              <a:ext uri="{FF2B5EF4-FFF2-40B4-BE49-F238E27FC236}">
                <a16:creationId xmlns:a16="http://schemas.microsoft.com/office/drawing/2014/main" id="{F42E99A2-964A-404F-948A-22AB5D4561FD}"/>
              </a:ext>
            </a:extLst>
          </p:cNvPr>
          <p:cNvSpPr txBox="1"/>
          <p:nvPr/>
        </p:nvSpPr>
        <p:spPr>
          <a:xfrm>
            <a:off x="-1" y="1337153"/>
            <a:ext cx="5879217" cy="276999"/>
          </a:xfrm>
          <a:prstGeom prst="rect">
            <a:avLst/>
          </a:prstGeom>
          <a:noFill/>
        </p:spPr>
        <p:txBody>
          <a:bodyPr wrap="square" lIns="0" tIns="0" rIns="0" bIns="0" rtlCol="0">
            <a:spAutoFit/>
          </a:bodyPr>
          <a:lstStyle/>
          <a:p>
            <a:pPr algn="ctr" fontAlgn="base">
              <a:spcBef>
                <a:spcPct val="50000"/>
              </a:spcBef>
              <a:spcAft>
                <a:spcPct val="0"/>
              </a:spcAft>
              <a:buClr>
                <a:srgbClr val="0070F2"/>
              </a:buClr>
              <a:buSzPct val="80000"/>
            </a:pPr>
            <a:r>
              <a:rPr lang="en-US" sz="1800" b="1" kern="0">
                <a:ea typeface="Arial Unicode MS" pitchFamily="34" charset="-128"/>
                <a:cs typeface="Arial Unicode MS" pitchFamily="34" charset="-128"/>
              </a:rPr>
              <a:t>Break-up for HCA Impacts ( )</a:t>
            </a:r>
            <a:endParaRPr lang="en-IN" sz="1800" b="1" kern="0">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4F152359-2B70-4969-A39E-EF1D2B011DD4}"/>
              </a:ext>
            </a:extLst>
          </p:cNvPr>
          <p:cNvSpPr txBox="1"/>
          <p:nvPr/>
        </p:nvSpPr>
        <p:spPr>
          <a:xfrm>
            <a:off x="6315958" y="1337153"/>
            <a:ext cx="5879217" cy="276999"/>
          </a:xfrm>
          <a:prstGeom prst="rect">
            <a:avLst/>
          </a:prstGeom>
          <a:noFill/>
        </p:spPr>
        <p:txBody>
          <a:bodyPr wrap="square" lIns="0" tIns="0" rIns="0" bIns="0" rtlCol="0">
            <a:spAutoFit/>
          </a:bodyPr>
          <a:lstStyle/>
          <a:p>
            <a:pPr algn="ctr" fontAlgn="base">
              <a:spcBef>
                <a:spcPct val="50000"/>
              </a:spcBef>
              <a:spcAft>
                <a:spcPct val="0"/>
              </a:spcAft>
              <a:buClr>
                <a:srgbClr val="0070F2"/>
              </a:buClr>
              <a:buSzPct val="80000"/>
            </a:pPr>
            <a:r>
              <a:rPr lang="en-US" sz="1800" b="1" kern="0">
                <a:ea typeface="Arial Unicode MS" pitchFamily="34" charset="-128"/>
                <a:cs typeface="Arial Unicode MS" pitchFamily="34" charset="-128"/>
              </a:rPr>
              <a:t>Break-up for S/4HANA Impacts ( )</a:t>
            </a:r>
            <a:endParaRPr lang="en-IN" sz="1800" b="1" kern="0">
              <a:ea typeface="Arial Unicode MS" pitchFamily="34" charset="-128"/>
              <a:cs typeface="Arial Unicode MS" pitchFamily="34" charset="-128"/>
            </a:endParaRPr>
          </a:p>
        </p:txBody>
      </p:sp>
      <p:graphicFrame>
        <p:nvGraphicFramePr>
          <p:cNvPr id="11" name="Chart 10">
            <a:extLst>
              <a:ext uri="{FF2B5EF4-FFF2-40B4-BE49-F238E27FC236}">
                <a16:creationId xmlns:a16="http://schemas.microsoft.com/office/drawing/2014/main" id="{02ABF5D1-B1A4-403B-973E-4F476819AB6B}"/>
              </a:ext>
            </a:extLst>
          </p:cNvPr>
          <p:cNvGraphicFramePr>
            <a:graphicFrameLocks/>
          </p:cNvGraphicFramePr>
          <p:nvPr>
            <p:extLst>
              <p:ext uri="{D42A27DB-BD31-4B8C-83A1-F6EECF244321}">
                <p14:modId xmlns:p14="http://schemas.microsoft.com/office/powerpoint/2010/main" val="1587065924"/>
              </p:ext>
            </p:extLst>
          </p:nvPr>
        </p:nvGraphicFramePr>
        <p:xfrm>
          <a:off x="275323" y="2432168"/>
          <a:ext cx="5117682" cy="428159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 name="Chart 3">
            <a:extLst>
              <a:ext uri="{FF2B5EF4-FFF2-40B4-BE49-F238E27FC236}">
                <a16:creationId xmlns:a16="http://schemas.microsoft.com/office/drawing/2014/main" id="{F63BC600-114B-578D-687F-2B8A4766152A}"/>
              </a:ext>
            </a:extLst>
          </p:cNvPr>
          <p:cNvGraphicFramePr>
            <a:graphicFrameLocks/>
          </p:cNvGraphicFramePr>
          <p:nvPr>
            <p:extLst>
              <p:ext uri="{D42A27DB-BD31-4B8C-83A1-F6EECF244321}">
                <p14:modId xmlns:p14="http://schemas.microsoft.com/office/powerpoint/2010/main" val="2361962028"/>
              </p:ext>
            </p:extLst>
          </p:nvPr>
        </p:nvGraphicFramePr>
        <p:xfrm>
          <a:off x="846455" y="1798044"/>
          <a:ext cx="5381625" cy="467626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 name="Chart 4">
            <a:extLst>
              <a:ext uri="{FF2B5EF4-FFF2-40B4-BE49-F238E27FC236}">
                <a16:creationId xmlns:a16="http://schemas.microsoft.com/office/drawing/2014/main" id="{B695FDA2-DE6A-7066-1839-106ED009B83E}"/>
              </a:ext>
            </a:extLst>
          </p:cNvPr>
          <p:cNvGraphicFramePr>
            <a:graphicFrameLocks/>
          </p:cNvGraphicFramePr>
          <p:nvPr>
            <p:extLst>
              <p:ext uri="{D42A27DB-BD31-4B8C-83A1-F6EECF244321}">
                <p14:modId xmlns:p14="http://schemas.microsoft.com/office/powerpoint/2010/main" val="1719999488"/>
              </p:ext>
            </p:extLst>
          </p:nvPr>
        </p:nvGraphicFramePr>
        <p:xfrm>
          <a:off x="5759132" y="1752327"/>
          <a:ext cx="5391150" cy="4492368"/>
        </p:xfrm>
        <a:graphic>
          <a:graphicData uri="http://schemas.openxmlformats.org/drawingml/2006/chart">
            <c:chart xmlns:c="http://schemas.openxmlformats.org/drawingml/2006/chart" xmlns:r="http://schemas.openxmlformats.org/officeDocument/2006/relationships" r:id="rId7"/>
          </a:graphicData>
        </a:graphic>
      </p:graphicFrame>
      <p:sp>
        <p:nvSpPr>
          <p:cNvPr id="7" name="TextBox 6">
            <a:extLst>
              <a:ext uri="{FF2B5EF4-FFF2-40B4-BE49-F238E27FC236}">
                <a16:creationId xmlns:a16="http://schemas.microsoft.com/office/drawing/2014/main" id="{3E783990-ED01-AD16-E6B2-CC8D2144033E}"/>
              </a:ext>
            </a:extLst>
          </p:cNvPr>
          <p:cNvSpPr txBox="1"/>
          <p:nvPr/>
        </p:nvSpPr>
        <p:spPr>
          <a:xfrm>
            <a:off x="9611717" y="6208701"/>
            <a:ext cx="2135658" cy="49244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IN" sz="800" kern="0">
                <a:latin typeface="72 Brand" panose="020B0504030603020204" pitchFamily="34" charset="0"/>
                <a:ea typeface="Arial Unicode MS" pitchFamily="34" charset="-128"/>
                <a:cs typeface="Arial Unicode MS" pitchFamily="34" charset="-128"/>
              </a:rPr>
              <a:t>      Remediation Scope</a:t>
            </a:r>
          </a:p>
          <a:p>
            <a:pPr algn="l" fontAlgn="base">
              <a:spcBef>
                <a:spcPct val="50000"/>
              </a:spcBef>
              <a:spcAft>
                <a:spcPct val="0"/>
              </a:spcAft>
              <a:buClr>
                <a:schemeClr val="tx1"/>
              </a:buClr>
              <a:buSzPct val="100000"/>
            </a:pPr>
            <a:r>
              <a:rPr lang="en-IN" sz="800" kern="0">
                <a:latin typeface="72 Brand" panose="020B0504030603020204" pitchFamily="34" charset="0"/>
                <a:ea typeface="Arial Unicode MS" pitchFamily="34" charset="-128"/>
                <a:cs typeface="Arial Unicode MS" pitchFamily="34" charset="-128"/>
              </a:rPr>
              <a:t>      Optional Scope (no fix required)</a:t>
            </a:r>
          </a:p>
          <a:p>
            <a:pPr algn="l" fontAlgn="base">
              <a:spcBef>
                <a:spcPct val="50000"/>
              </a:spcBef>
              <a:spcAft>
                <a:spcPct val="0"/>
              </a:spcAft>
              <a:buClr>
                <a:schemeClr val="tx1"/>
              </a:buClr>
              <a:buSzPct val="100000"/>
            </a:pPr>
            <a:r>
              <a:rPr lang="en-IN" sz="800" kern="0">
                <a:latin typeface="72 Brand" panose="020B0504030603020204" pitchFamily="34" charset="0"/>
                <a:ea typeface="Arial Unicode MS" pitchFamily="34" charset="-128"/>
                <a:cs typeface="Arial Unicode MS" pitchFamily="34" charset="-128"/>
              </a:rPr>
              <a:t>      Out of scope</a:t>
            </a:r>
          </a:p>
        </p:txBody>
      </p:sp>
      <p:sp>
        <p:nvSpPr>
          <p:cNvPr id="8" name="Oval 7">
            <a:extLst>
              <a:ext uri="{FF2B5EF4-FFF2-40B4-BE49-F238E27FC236}">
                <a16:creationId xmlns:a16="http://schemas.microsoft.com/office/drawing/2014/main" id="{F4281494-642A-6F58-DB70-8F8E3DBF2E34}"/>
              </a:ext>
            </a:extLst>
          </p:cNvPr>
          <p:cNvSpPr/>
          <p:nvPr/>
        </p:nvSpPr>
        <p:spPr bwMode="gray">
          <a:xfrm flipV="1">
            <a:off x="9611714" y="6612483"/>
            <a:ext cx="45719" cy="45719"/>
          </a:xfrm>
          <a:prstGeom prst="ellipse">
            <a:avLst/>
          </a:prstGeom>
          <a:solidFill>
            <a:srgbClr val="FF0000"/>
          </a:solidFill>
          <a:ln w="25400" algn="ctr">
            <a:solidFill>
              <a:srgbClr val="FF00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IN"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9" name="Oval 8">
            <a:extLst>
              <a:ext uri="{FF2B5EF4-FFF2-40B4-BE49-F238E27FC236}">
                <a16:creationId xmlns:a16="http://schemas.microsoft.com/office/drawing/2014/main" id="{39A353F9-3A8F-9C6B-92CF-73141CD325D9}"/>
              </a:ext>
            </a:extLst>
          </p:cNvPr>
          <p:cNvSpPr/>
          <p:nvPr/>
        </p:nvSpPr>
        <p:spPr bwMode="gray">
          <a:xfrm>
            <a:off x="9611713" y="6244695"/>
            <a:ext cx="45719" cy="45719"/>
          </a:xfrm>
          <a:prstGeom prst="ellipse">
            <a:avLst/>
          </a:prstGeom>
          <a:solidFill>
            <a:srgbClr val="92D050"/>
          </a:solidFill>
          <a:ln w="25400" algn="ctr">
            <a:solidFill>
              <a:srgbClr val="92D05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IN" sz="18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6" name="Oval 15">
            <a:extLst>
              <a:ext uri="{FF2B5EF4-FFF2-40B4-BE49-F238E27FC236}">
                <a16:creationId xmlns:a16="http://schemas.microsoft.com/office/drawing/2014/main" id="{F0EADB81-9193-ABC4-D314-C977494FD90E}"/>
              </a:ext>
            </a:extLst>
          </p:cNvPr>
          <p:cNvSpPr/>
          <p:nvPr/>
        </p:nvSpPr>
        <p:spPr bwMode="gray">
          <a:xfrm>
            <a:off x="9611713" y="6428589"/>
            <a:ext cx="45719" cy="45719"/>
          </a:xfrm>
          <a:prstGeom prst="ellipse">
            <a:avLst/>
          </a:prstGeom>
          <a:solidFill>
            <a:srgbClr val="FFFF00"/>
          </a:solidFill>
          <a:ln w="25400" algn="ctr">
            <a:solidFill>
              <a:srgbClr val="FFFF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IN" sz="1800" b="0" i="0" u="none" strike="noStrike" kern="0" cap="none" spc="0" normalizeH="0" baseline="0" noProof="0" err="1">
              <a:ln>
                <a:noFill/>
              </a:ln>
              <a:effectLst/>
              <a:uLnTx/>
              <a:uFillTx/>
              <a:ea typeface="Arial Unicode MS" pitchFamily="34" charset="-128"/>
              <a:cs typeface="Arial Unicode MS" pitchFamily="34" charset="-128"/>
            </a:endParaRPr>
          </a:p>
        </p:txBody>
      </p:sp>
    </p:spTree>
    <p:custDataLst>
      <p:custData r:id="rId1"/>
      <p:custData r:id="rId2"/>
    </p:custDataLst>
    <p:extLst>
      <p:ext uri="{BB962C8B-B14F-4D97-AF65-F5344CB8AC3E}">
        <p14:creationId xmlns:p14="http://schemas.microsoft.com/office/powerpoint/2010/main" val="3257391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p:cNvSpPr>
            <a:spLocks noGrp="1"/>
          </p:cNvSpPr>
          <p:nvPr>
            <p:ph type="title"/>
          </p:nvPr>
        </p:nvSpPr>
        <p:spPr bwMode="gray"/>
        <p:txBody>
          <a:bodyPr/>
          <a:lstStyle/>
          <a:p>
            <a:pPr algn="ctr"/>
            <a:r>
              <a:rPr lang="en-US">
                <a:solidFill>
                  <a:schemeClr val="accent1"/>
                </a:solidFill>
              </a:rPr>
              <a:t>Summary Scope - For Custom Code Activities</a:t>
            </a:r>
          </a:p>
        </p:txBody>
      </p:sp>
      <p:sp>
        <p:nvSpPr>
          <p:cNvPr id="4" name="TextBox 3">
            <a:extLst>
              <a:ext uri="{FF2B5EF4-FFF2-40B4-BE49-F238E27FC236}">
                <a16:creationId xmlns:a16="http://schemas.microsoft.com/office/drawing/2014/main" id="{9B53C369-F46D-4178-B7FA-E5CCB4630EFE}"/>
              </a:ext>
            </a:extLst>
          </p:cNvPr>
          <p:cNvSpPr txBox="1"/>
          <p:nvPr/>
        </p:nvSpPr>
        <p:spPr>
          <a:xfrm>
            <a:off x="504001" y="6212264"/>
            <a:ext cx="10581921" cy="184666"/>
          </a:xfrm>
          <a:prstGeom prst="rect">
            <a:avLst/>
          </a:prstGeom>
          <a:noFill/>
        </p:spPr>
        <p:txBody>
          <a:bodyPr wrap="square" lIns="0" tIns="0" rIns="0" bIns="0" rtlCol="0">
            <a:spAutoFit/>
          </a:bodyPr>
          <a:lstStyle/>
          <a:p>
            <a:pPr fontAlgn="base">
              <a:spcBef>
                <a:spcPct val="50000"/>
              </a:spcBef>
              <a:spcAft>
                <a:spcPct val="0"/>
              </a:spcAft>
              <a:buClr>
                <a:srgbClr val="0070F2"/>
              </a:buClr>
              <a:buSzPct val="80000"/>
            </a:pPr>
            <a:r>
              <a:rPr lang="en-US" sz="1200" kern="0">
                <a:ea typeface="Arial Unicode MS" pitchFamily="34" charset="-128"/>
                <a:cs typeface="Arial Unicode MS" pitchFamily="34" charset="-128"/>
              </a:rPr>
              <a:t>* No remediation required for Optional HCA and S/4HANA impacts. These items are not in scope,.</a:t>
            </a:r>
            <a:endParaRPr lang="en-IN" sz="1200" kern="0" err="1">
              <a:ea typeface="Arial Unicode MS" pitchFamily="34" charset="-128"/>
              <a:cs typeface="Arial Unicode MS" pitchFamily="34" charset="-128"/>
            </a:endParaRPr>
          </a:p>
        </p:txBody>
      </p:sp>
      <p:graphicFrame>
        <p:nvGraphicFramePr>
          <p:cNvPr id="3" name="Table 3">
            <a:extLst>
              <a:ext uri="{FF2B5EF4-FFF2-40B4-BE49-F238E27FC236}">
                <a16:creationId xmlns:a16="http://schemas.microsoft.com/office/drawing/2014/main" id="{815DAC54-291D-84C6-FFA5-DCEA27A124BA}"/>
              </a:ext>
            </a:extLst>
          </p:cNvPr>
          <p:cNvGraphicFramePr>
            <a:graphicFrameLocks noGrp="1"/>
          </p:cNvGraphicFramePr>
          <p:nvPr>
            <p:extLst>
              <p:ext uri="{D42A27DB-BD31-4B8C-83A1-F6EECF244321}">
                <p14:modId xmlns:p14="http://schemas.microsoft.com/office/powerpoint/2010/main" val="108878955"/>
              </p:ext>
            </p:extLst>
          </p:nvPr>
        </p:nvGraphicFramePr>
        <p:xfrm>
          <a:off x="504001" y="1369410"/>
          <a:ext cx="11186475" cy="3830320"/>
        </p:xfrm>
        <a:graphic>
          <a:graphicData uri="http://schemas.openxmlformats.org/drawingml/2006/table">
            <a:tbl>
              <a:tblPr firstRow="1" bandRow="1">
                <a:tableStyleId>{793D81CF-94F2-401A-BA57-92F5A7B2D0C5}</a:tableStyleId>
              </a:tblPr>
              <a:tblGrid>
                <a:gridCol w="3728825">
                  <a:extLst>
                    <a:ext uri="{9D8B030D-6E8A-4147-A177-3AD203B41FA5}">
                      <a16:colId xmlns:a16="http://schemas.microsoft.com/office/drawing/2014/main" val="304078982"/>
                    </a:ext>
                  </a:extLst>
                </a:gridCol>
                <a:gridCol w="3728825">
                  <a:extLst>
                    <a:ext uri="{9D8B030D-6E8A-4147-A177-3AD203B41FA5}">
                      <a16:colId xmlns:a16="http://schemas.microsoft.com/office/drawing/2014/main" val="726764021"/>
                    </a:ext>
                  </a:extLst>
                </a:gridCol>
                <a:gridCol w="3728825">
                  <a:extLst>
                    <a:ext uri="{9D8B030D-6E8A-4147-A177-3AD203B41FA5}">
                      <a16:colId xmlns:a16="http://schemas.microsoft.com/office/drawing/2014/main" val="475340647"/>
                    </a:ext>
                  </a:extLst>
                </a:gridCol>
              </a:tblGrid>
              <a:tr h="370840">
                <a:tc>
                  <a:txBody>
                    <a:bodyPr/>
                    <a:lstStyle/>
                    <a:p>
                      <a:pPr algn="ctr"/>
                      <a:r>
                        <a:rPr lang="en-US"/>
                        <a:t>Activity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en-US"/>
                        <a:t>Category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en-US"/>
                        <a:t>Count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350730467"/>
                  </a:ext>
                </a:extLst>
              </a:tr>
              <a:tr h="370840">
                <a:tc gridSpan="3">
                  <a:txBody>
                    <a:bodyPr/>
                    <a:lstStyle/>
                    <a:p>
                      <a:pPr algn="ctr"/>
                      <a:r>
                        <a:rPr lang="en-US" b="1"/>
                        <a:t>Mandatory Conversion Activities (in objects)</a:t>
                      </a:r>
                      <a:endParaRPr lang="en-IN"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29335505"/>
                  </a:ext>
                </a:extLst>
              </a:tr>
              <a:tr h="370840">
                <a:tc gridSpan="2">
                  <a:txBody>
                    <a:bodyPr/>
                    <a:lstStyle/>
                    <a:p>
                      <a:pPr algn="ctr"/>
                      <a:r>
                        <a:rPr lang="en-US" sz="1400"/>
                        <a:t>SPDD Adjustments</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sz="1400"/>
                    </a:p>
                  </a:txBody>
                  <a:tcPr/>
                </a:tc>
                <a:tc>
                  <a:txBody>
                    <a:bodyPr/>
                    <a:lstStyle/>
                    <a:p>
                      <a:pPr algn="ctr"/>
                      <a:r>
                        <a:rPr lang="en-US" sz="1400"/>
                        <a:t> Objects</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901323102"/>
                  </a:ext>
                </a:extLst>
              </a:tr>
              <a:tr h="370840">
                <a:tc gridSpan="2">
                  <a:txBody>
                    <a:bodyPr/>
                    <a:lstStyle/>
                    <a:p>
                      <a:pPr algn="ctr"/>
                      <a:r>
                        <a:rPr lang="en-US" sz="1400"/>
                        <a:t>SPAU Adjustments</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sz="1400"/>
                    </a:p>
                  </a:txBody>
                  <a:tcPr/>
                </a:tc>
                <a:tc>
                  <a:txBody>
                    <a:bodyPr/>
                    <a:lstStyle/>
                    <a:p>
                      <a:pPr algn="ctr"/>
                      <a:r>
                        <a:rPr lang="en-US" sz="1400"/>
                        <a:t>  Objects</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135520615"/>
                  </a:ext>
                </a:extLst>
              </a:tr>
              <a:tr h="370840">
                <a:tc gridSpan="3">
                  <a:txBody>
                    <a:bodyPr/>
                    <a:lstStyle/>
                    <a:p>
                      <a:pPr algn="ctr"/>
                      <a:r>
                        <a:rPr lang="en-US" b="1"/>
                        <a:t>Post Conversion - Custom Code Remediation Scope (in impacts i.e., lines of code)</a:t>
                      </a:r>
                      <a:endParaRPr lang="en-IN"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19283021"/>
                  </a:ext>
                </a:extLst>
              </a:tr>
              <a:tr h="370840">
                <a:tc rowSpan="2">
                  <a:txBody>
                    <a:bodyPr/>
                    <a:lstStyle/>
                    <a:p>
                      <a:pPr algn="ctr"/>
                      <a:r>
                        <a:rPr lang="en-US" sz="1400"/>
                        <a:t>HANA Code Adaptation (HCA)</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a:t>Mandatory Impacts</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kern="1200">
                          <a:solidFill>
                            <a:schemeClr val="dk1"/>
                          </a:solidFill>
                          <a:latin typeface="+mn-lt"/>
                          <a:ea typeface="+mn-ea"/>
                          <a:cs typeface="+mn-cs"/>
                        </a:rPr>
                        <a:t> impacts</a:t>
                      </a:r>
                      <a:endParaRPr lang="en-IN" sz="14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709834820"/>
                  </a:ext>
                </a:extLst>
              </a:tr>
              <a:tr h="370840">
                <a:tc vMerge="1">
                  <a:txBody>
                    <a:bodyPr/>
                    <a:lstStyle/>
                    <a:p>
                      <a:endParaRPr lang="en-IN" sz="1400"/>
                    </a:p>
                  </a:txBody>
                  <a:tcPr anchor="ctr"/>
                </a:tc>
                <a:tc>
                  <a:txBody>
                    <a:bodyPr/>
                    <a:lstStyle/>
                    <a:p>
                      <a:pPr algn="ctr"/>
                      <a:r>
                        <a:rPr lang="en-US" sz="1400"/>
                        <a:t>Optional Impacts</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kern="1200">
                          <a:solidFill>
                            <a:schemeClr val="dk1"/>
                          </a:solidFill>
                          <a:latin typeface="+mn-lt"/>
                          <a:ea typeface="+mn-ea"/>
                          <a:cs typeface="+mn-cs"/>
                        </a:rPr>
                        <a:t>* Impacts</a:t>
                      </a:r>
                      <a:endParaRPr lang="en-IN" sz="14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7253437"/>
                  </a:ext>
                </a:extLst>
              </a:tr>
              <a:tr h="370840">
                <a:tc rowSpan="3">
                  <a:txBody>
                    <a:bodyPr/>
                    <a:lstStyle/>
                    <a:p>
                      <a:pPr algn="ctr"/>
                      <a:r>
                        <a:rPr lang="en-US" sz="1400"/>
                        <a:t>S/4HANA Remediation</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a:t>Technically Remediable</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088558" rtl="0" eaLnBrk="1" latinLnBrk="0" hangingPunct="1"/>
                      <a:r>
                        <a:rPr lang="en-US" sz="1400" kern="1200">
                          <a:solidFill>
                            <a:schemeClr val="dk1"/>
                          </a:solidFill>
                          <a:latin typeface="+mn-lt"/>
                          <a:ea typeface="+mn-ea"/>
                          <a:cs typeface="+mn-cs"/>
                        </a:rPr>
                        <a:t> impacts</a:t>
                      </a:r>
                      <a:endParaRPr lang="en-IN" sz="14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2780396229"/>
                  </a:ext>
                </a:extLst>
              </a:tr>
              <a:tr h="370840">
                <a:tc vMerge="1">
                  <a:txBody>
                    <a:bodyPr/>
                    <a:lstStyle/>
                    <a:p>
                      <a:endParaRPr lang="en-IN" sz="1400"/>
                    </a:p>
                  </a:txBody>
                  <a:tcPr anchor="ctr"/>
                </a:tc>
                <a:tc>
                  <a:txBody>
                    <a:bodyPr/>
                    <a:lstStyle/>
                    <a:p>
                      <a:pPr algn="ctr"/>
                      <a:r>
                        <a:rPr lang="en-US" sz="1400"/>
                        <a:t>False Positive</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1088558" rtl="0" eaLnBrk="1" latinLnBrk="0" hangingPunct="1"/>
                      <a:r>
                        <a:rPr lang="en-US" sz="1400" kern="1200">
                          <a:solidFill>
                            <a:schemeClr val="dk1"/>
                          </a:solidFill>
                          <a:latin typeface="+mn-lt"/>
                          <a:ea typeface="+mn-ea"/>
                          <a:cs typeface="+mn-cs"/>
                        </a:rPr>
                        <a:t> impacts</a:t>
                      </a:r>
                      <a:endParaRPr lang="en-IN" sz="14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833304399"/>
                  </a:ext>
                </a:extLst>
              </a:tr>
              <a:tr h="370840">
                <a:tc vMerge="1">
                  <a:txBody>
                    <a:bodyPr/>
                    <a:lstStyle/>
                    <a:p>
                      <a:endParaRPr lang="en-IN" sz="1400"/>
                    </a:p>
                  </a:txBody>
                  <a:tcPr anchor="ctr"/>
                </a:tc>
                <a:tc>
                  <a:txBody>
                    <a:bodyPr/>
                    <a:lstStyle/>
                    <a:p>
                      <a:pPr algn="ctr"/>
                      <a:r>
                        <a:rPr lang="en-US" sz="1400"/>
                        <a:t>Optional - Can be ignored</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kern="1200">
                          <a:solidFill>
                            <a:schemeClr val="dk1"/>
                          </a:solidFill>
                          <a:latin typeface="+mn-lt"/>
                          <a:ea typeface="+mn-ea"/>
                          <a:cs typeface="+mn-cs"/>
                        </a:rPr>
                        <a:t>* impacts</a:t>
                      </a:r>
                      <a:endParaRPr lang="en-IN" sz="14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58736656"/>
                  </a:ext>
                </a:extLst>
              </a:tr>
            </a:tbl>
          </a:graphicData>
        </a:graphic>
      </p:graphicFrame>
    </p:spTree>
    <p:custDataLst>
      <p:custData r:id="rId1"/>
      <p:custData r:id="rId2"/>
    </p:custDataLst>
    <p:extLst>
      <p:ext uri="{BB962C8B-B14F-4D97-AF65-F5344CB8AC3E}">
        <p14:creationId xmlns:p14="http://schemas.microsoft.com/office/powerpoint/2010/main" val="97336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A1BFDC82-231B-4CA5-ADB0-28ACEA997EA8}"/>
              </a:ext>
            </a:extLst>
          </p:cNvPr>
          <p:cNvSpPr>
            <a:spLocks noGrp="1"/>
          </p:cNvSpPr>
          <p:nvPr/>
        </p:nvSpPr>
        <p:spPr bwMode="gray">
          <a:xfrm>
            <a:off x="345374" y="168442"/>
            <a:ext cx="11115315" cy="561474"/>
          </a:xfrm>
          <a:prstGeom prst="rect">
            <a:avLst/>
          </a:prstGeom>
        </p:spPr>
        <p:txBody>
          <a:bodyPr vert="horz" lIns="0" tIns="0" rIns="0" bIns="0" rtlCol="0" anchor="ctr" anchorCtr="0">
            <a:noAutofit/>
          </a:bodyPr>
          <a:lstStyle>
            <a:lvl1pPr algn="l" defTabSz="914400" rtl="0" eaLnBrk="1" latinLnBrk="0" hangingPunct="1">
              <a:spcBef>
                <a:spcPct val="0"/>
              </a:spcBef>
              <a:buNone/>
              <a:defRPr sz="2400" b="1" kern="1200">
                <a:solidFill>
                  <a:schemeClr val="accent2"/>
                </a:solidFill>
                <a:latin typeface="+mj-lt"/>
                <a:ea typeface="+mj-ea"/>
                <a:cs typeface="+mj-cs"/>
              </a:defRPr>
            </a:lvl1pPr>
          </a:lstStyle>
          <a:p>
            <a:pPr lvl="0" defTabSz="913852">
              <a:defRPr/>
            </a:pPr>
            <a:r>
              <a:rPr lang="en-US">
                <a:solidFill>
                  <a:schemeClr val="accent1"/>
                </a:solidFill>
              </a:rPr>
              <a:t>S/4HANA Conversion / Upgrade / HANA Migration </a:t>
            </a:r>
          </a:p>
        </p:txBody>
      </p:sp>
      <p:sp>
        <p:nvSpPr>
          <p:cNvPr id="5" name="Text Placeholder 2">
            <a:extLst>
              <a:ext uri="{FF2B5EF4-FFF2-40B4-BE49-F238E27FC236}">
                <a16:creationId xmlns:a16="http://schemas.microsoft.com/office/drawing/2014/main" id="{2E4540D9-BD33-7D8E-1B81-FA99A1C1A0AA}"/>
              </a:ext>
            </a:extLst>
          </p:cNvPr>
          <p:cNvSpPr>
            <a:spLocks noGrp="1"/>
          </p:cNvSpPr>
          <p:nvPr/>
        </p:nvSpPr>
        <p:spPr bwMode="black">
          <a:xfrm>
            <a:off x="435720" y="729916"/>
            <a:ext cx="10354471" cy="5462455"/>
          </a:xfrm>
          <a:prstGeom prst="rect">
            <a:avLst/>
          </a:prstGeom>
          <a:ln>
            <a:noFill/>
          </a:ln>
        </p:spPr>
        <p:txBody>
          <a:bodyPr vert="horz" lIns="0" tIns="0" rIns="0" bIns="0" rtlCol="0" anchor="t">
            <a:normAutofit fontScale="77500" lnSpcReduction="20000"/>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2" indent="0">
              <a:lnSpc>
                <a:spcPct val="130000"/>
              </a:lnSpc>
              <a:buNone/>
            </a:pPr>
            <a:r>
              <a:rPr lang="en-US" sz="900" b="1">
                <a:latin typeface="Calibri" panose="020F0502020204030204" pitchFamily="34" charset="0"/>
                <a:ea typeface="Calibri" panose="020F0502020204030204" pitchFamily="34" charset="0"/>
                <a:cs typeface="Calibri" panose="020F0502020204030204" pitchFamily="34" charset="0"/>
              </a:rPr>
              <a:t>Scope</a:t>
            </a:r>
          </a:p>
          <a:p>
            <a:pPr marL="0" lvl="2" indent="0">
              <a:lnSpc>
                <a:spcPct val="130000"/>
              </a:lnSpc>
              <a:buNone/>
            </a:pPr>
            <a:r>
              <a:rPr lang="en-US" sz="800" b="1">
                <a:latin typeface="Calibri" panose="020F0502020204030204" pitchFamily="34" charset="0"/>
                <a:ea typeface="Calibri" panose="020F0502020204030204" pitchFamily="34" charset="0"/>
                <a:cs typeface="Calibri" panose="020F0502020204030204" pitchFamily="34" charset="0"/>
              </a:rPr>
              <a:t>Mandatory Code Adjustments</a:t>
            </a:r>
          </a:p>
          <a:p>
            <a:pPr marL="171450" lvl="2" indent="-171450">
              <a:lnSpc>
                <a:spcPct val="130000"/>
              </a:lnSpc>
            </a:pPr>
            <a:r>
              <a:rPr lang="en-US" sz="800">
                <a:latin typeface="Calibri" panose="020F0502020204030204" pitchFamily="34" charset="0"/>
                <a:ea typeface="Calibri" panose="020F0502020204030204" pitchFamily="34" charset="0"/>
                <a:cs typeface="Calibri" panose="020F0502020204030204" pitchFamily="34" charset="0"/>
              </a:rPr>
              <a:t>Mandatory conversion/upgrade activities - adjustments during SPDD, SPAU &amp; SPAU_ENH phase </a:t>
            </a:r>
          </a:p>
          <a:p>
            <a:pPr marL="171450" lvl="2" indent="-171450">
              <a:lnSpc>
                <a:spcPct val="130000"/>
              </a:lnSpc>
            </a:pPr>
            <a:r>
              <a:rPr lang="en-US" sz="800">
                <a:latin typeface="Calibri"/>
                <a:ea typeface="Calibri"/>
                <a:cs typeface="Calibri"/>
              </a:rPr>
              <a:t>Remediation of mandatory HANA Code adaptions impacts as per ATC findings on check variant *</a:t>
            </a:r>
            <a:r>
              <a:rPr lang="en-US" sz="800">
                <a:highlight>
                  <a:srgbClr val="FFFF00"/>
                </a:highlight>
                <a:latin typeface="Calibri"/>
                <a:ea typeface="Calibri"/>
                <a:cs typeface="Calibri"/>
              </a:rPr>
              <a:t>S4HANA_READINESS_2025 / FUNCTIONAL_DB</a:t>
            </a:r>
            <a:endParaRPr lang="en-US" sz="800">
              <a:latin typeface="Calibri"/>
              <a:ea typeface="Calibri"/>
              <a:cs typeface="Calibri"/>
            </a:endParaRPr>
          </a:p>
          <a:p>
            <a:pPr marL="171450" lvl="2" indent="-171450">
              <a:lnSpc>
                <a:spcPct val="130000"/>
              </a:lnSpc>
            </a:pPr>
            <a:r>
              <a:rPr lang="en-US" sz="800">
                <a:latin typeface="Calibri"/>
                <a:ea typeface="Calibri"/>
                <a:cs typeface="Calibri"/>
              </a:rPr>
              <a:t>Remediation of technically remediable S/4HANA impacts as per the ATC findings on check variant *</a:t>
            </a:r>
            <a:r>
              <a:rPr lang="en-US" sz="800">
                <a:highlight>
                  <a:srgbClr val="FFFF00"/>
                </a:highlight>
                <a:latin typeface="Calibri"/>
                <a:ea typeface="Calibri"/>
                <a:cs typeface="Calibri"/>
              </a:rPr>
              <a:t>S4HANA_READINESS_2025 / FUNCTIONAL_DB</a:t>
            </a:r>
          </a:p>
          <a:p>
            <a:pPr marL="0" lvl="2" indent="0">
              <a:lnSpc>
                <a:spcPct val="130000"/>
              </a:lnSpc>
              <a:buNone/>
            </a:pPr>
            <a:r>
              <a:rPr lang="en-US" sz="800" b="1">
                <a:latin typeface="Calibri" panose="020F0502020204030204" pitchFamily="34" charset="0"/>
                <a:ea typeface="Calibri" panose="020F0502020204030204" pitchFamily="34" charset="0"/>
                <a:cs typeface="Calibri" panose="020F0502020204030204" pitchFamily="34" charset="0"/>
              </a:rPr>
              <a:t>Other Activities</a:t>
            </a:r>
          </a:p>
          <a:p>
            <a:pPr marL="171450" lvl="2" indent="-171450">
              <a:lnSpc>
                <a:spcPct val="130000"/>
              </a:lnSpc>
            </a:pPr>
            <a:r>
              <a:rPr lang="en-US" sz="800">
                <a:highlight>
                  <a:srgbClr val="FFFF00"/>
                </a:highlight>
                <a:latin typeface="Calibri"/>
                <a:ea typeface="Calibri"/>
                <a:cs typeface="Calibri"/>
              </a:rPr>
              <a:t>*Delta mandatory code adjustments in subsequent system ( SPDD – </a:t>
            </a:r>
            <a:r>
              <a:rPr lang="en-US" sz="800" err="1">
                <a:highlight>
                  <a:srgbClr val="FFFF00"/>
                </a:highlight>
                <a:latin typeface="Calibri"/>
                <a:ea typeface="Calibri"/>
                <a:cs typeface="Calibri"/>
              </a:rPr>
              <a:t>upto</a:t>
            </a:r>
            <a:r>
              <a:rPr lang="en-US" sz="800">
                <a:highlight>
                  <a:srgbClr val="FFFF00"/>
                </a:highlight>
                <a:latin typeface="Calibri"/>
                <a:ea typeface="Calibri"/>
                <a:cs typeface="Calibri"/>
              </a:rPr>
              <a:t> 100 objects ( bucketed ) , SPAU –  </a:t>
            </a:r>
            <a:r>
              <a:rPr lang="en-US" sz="800" err="1">
                <a:highlight>
                  <a:srgbClr val="FFFF00"/>
                </a:highlight>
                <a:latin typeface="Calibri"/>
                <a:ea typeface="Calibri"/>
                <a:cs typeface="Calibri"/>
              </a:rPr>
              <a:t>upto</a:t>
            </a:r>
            <a:r>
              <a:rPr lang="en-US" sz="800">
                <a:highlight>
                  <a:srgbClr val="FFFF00"/>
                </a:highlight>
                <a:latin typeface="Calibri"/>
                <a:ea typeface="Calibri"/>
                <a:cs typeface="Calibri"/>
              </a:rPr>
              <a:t> 100 objects ( bucketed ) , HCA  - </a:t>
            </a:r>
            <a:r>
              <a:rPr lang="en-US" sz="800" err="1">
                <a:highlight>
                  <a:srgbClr val="FFFF00"/>
                </a:highlight>
                <a:latin typeface="Calibri"/>
                <a:ea typeface="Calibri"/>
                <a:cs typeface="Calibri"/>
              </a:rPr>
              <a:t>upto</a:t>
            </a:r>
            <a:r>
              <a:rPr lang="en-US" sz="800">
                <a:highlight>
                  <a:srgbClr val="FFFF00"/>
                </a:highlight>
                <a:latin typeface="Calibri"/>
                <a:ea typeface="Calibri"/>
                <a:cs typeface="Calibri"/>
              </a:rPr>
              <a:t> 250 impacts (mandatory only – bucketed ) , S4 – </a:t>
            </a:r>
            <a:r>
              <a:rPr lang="en-US" sz="800" err="1">
                <a:highlight>
                  <a:srgbClr val="FFFF00"/>
                </a:highlight>
                <a:latin typeface="Calibri"/>
                <a:ea typeface="Calibri"/>
                <a:cs typeface="Calibri"/>
              </a:rPr>
              <a:t>upto</a:t>
            </a:r>
            <a:r>
              <a:rPr lang="en-US" sz="800">
                <a:highlight>
                  <a:srgbClr val="FFFF00"/>
                </a:highlight>
                <a:latin typeface="Calibri"/>
                <a:ea typeface="Calibri"/>
                <a:cs typeface="Calibri"/>
              </a:rPr>
              <a:t> 250 impacts ( technically remediable only – bucketed ) </a:t>
            </a:r>
          </a:p>
          <a:p>
            <a:pPr marL="171450" lvl="2" indent="-171450">
              <a:lnSpc>
                <a:spcPct val="130000"/>
              </a:lnSpc>
            </a:pPr>
            <a:r>
              <a:rPr lang="en-US" sz="800">
                <a:latin typeface="Calibri" panose="020F0502020204030204" pitchFamily="34" charset="0"/>
                <a:ea typeface="Calibri" panose="020F0502020204030204" pitchFamily="34" charset="0"/>
                <a:cs typeface="Calibri" panose="020F0502020204030204" pitchFamily="34" charset="0"/>
              </a:rPr>
              <a:t>Development support to address issues that directly arise from the execution of mandatory code adjustments. </a:t>
            </a:r>
          </a:p>
          <a:p>
            <a:pPr marL="0" lvl="2" indent="0">
              <a:lnSpc>
                <a:spcPct val="130000"/>
              </a:lnSpc>
              <a:buNone/>
            </a:pPr>
            <a:endParaRPr lang="en-US" sz="800">
              <a:highlight>
                <a:srgbClr val="00FF00"/>
              </a:highlight>
              <a:latin typeface="Calibri" panose="020F0502020204030204" pitchFamily="34" charset="0"/>
              <a:ea typeface="Calibri" panose="020F0502020204030204" pitchFamily="34" charset="0"/>
              <a:cs typeface="Calibri" panose="020F0502020204030204" pitchFamily="34" charset="0"/>
            </a:endParaRPr>
          </a:p>
          <a:p>
            <a:pPr marL="0" lvl="2" indent="0">
              <a:lnSpc>
                <a:spcPct val="130000"/>
              </a:lnSpc>
              <a:buNone/>
            </a:pPr>
            <a:r>
              <a:rPr lang="en-US" sz="900" b="1">
                <a:latin typeface="Calibri" panose="020F0502020204030204" pitchFamily="34" charset="0"/>
                <a:ea typeface="Calibri" panose="020F0502020204030204" pitchFamily="34" charset="0"/>
                <a:cs typeface="Calibri" panose="020F0502020204030204" pitchFamily="34" charset="0"/>
              </a:rPr>
              <a:t>Pre-Requisite</a:t>
            </a:r>
          </a:p>
          <a:p>
            <a:pPr marL="171450" lvl="2" indent="-171450">
              <a:lnSpc>
                <a:spcPct val="130000"/>
              </a:lnSpc>
            </a:pPr>
            <a:r>
              <a:rPr lang="en-US" sz="800">
                <a:latin typeface="Calibri"/>
                <a:ea typeface="Calibri"/>
                <a:cs typeface="Calibri"/>
              </a:rPr>
              <a:t>An external NW7.52 system (or higher) should be available in the customer’s landscape in order to host an ATC scan based on check variant *</a:t>
            </a:r>
            <a:r>
              <a:rPr lang="en-US" sz="800">
                <a:highlight>
                  <a:srgbClr val="FFFF00"/>
                </a:highlight>
                <a:latin typeface="Calibri"/>
                <a:ea typeface="Calibri"/>
                <a:cs typeface="Calibri"/>
              </a:rPr>
              <a:t>S4HANA_READINESS_2025 / FUNCTIONAL_DB</a:t>
            </a:r>
            <a:r>
              <a:rPr lang="en-US" sz="800">
                <a:latin typeface="Calibri"/>
                <a:ea typeface="Calibri"/>
                <a:cs typeface="Calibri"/>
              </a:rPr>
              <a:t> as part of prepare phase (before start of conversion) to validate custom code remediation scope</a:t>
            </a:r>
          </a:p>
          <a:p>
            <a:pPr marL="171450" lvl="2" indent="-171450">
              <a:lnSpc>
                <a:spcPct val="130000"/>
              </a:lnSpc>
            </a:pPr>
            <a:r>
              <a:rPr lang="en-US" sz="800">
                <a:highlight>
                  <a:srgbClr val="FFFF00"/>
                </a:highlight>
                <a:latin typeface="Calibri" panose="020F0502020204030204" pitchFamily="34" charset="0"/>
                <a:ea typeface="Calibri" panose="020F0502020204030204" pitchFamily="34" charset="0"/>
                <a:cs typeface="Calibri" panose="020F0502020204030204" pitchFamily="34" charset="0"/>
              </a:rPr>
              <a:t>*Custom code objects used actively in productive system (at least for a span of 6 months covering all critical processes )</a:t>
            </a:r>
          </a:p>
          <a:p>
            <a:pPr marL="171450" lvl="2" indent="-171450">
              <a:lnSpc>
                <a:spcPct val="130000"/>
              </a:lnSpc>
            </a:pPr>
            <a:endParaRPr lang="en-US" sz="900" b="1">
              <a:latin typeface="Calibri" panose="020F0502020204030204" pitchFamily="34" charset="0"/>
              <a:ea typeface="Calibri" panose="020F0502020204030204" pitchFamily="34" charset="0"/>
              <a:cs typeface="Calibri" panose="020F0502020204030204" pitchFamily="34" charset="0"/>
            </a:endParaRPr>
          </a:p>
          <a:p>
            <a:pPr marL="0" lvl="2" indent="0">
              <a:lnSpc>
                <a:spcPct val="130000"/>
              </a:lnSpc>
              <a:buNone/>
            </a:pPr>
            <a:r>
              <a:rPr lang="en-US" sz="900" b="1">
                <a:latin typeface="Calibri" panose="020F0502020204030204" pitchFamily="34" charset="0"/>
                <a:ea typeface="Calibri" panose="020F0502020204030204" pitchFamily="34" charset="0"/>
                <a:cs typeface="Calibri" panose="020F0502020204030204" pitchFamily="34" charset="0"/>
              </a:rPr>
              <a:t>Assumptions</a:t>
            </a:r>
          </a:p>
          <a:p>
            <a:pPr marL="171450" lvl="2" indent="-171450">
              <a:lnSpc>
                <a:spcPct val="130000"/>
              </a:lnSpc>
            </a:pPr>
            <a:r>
              <a:rPr lang="en-US" sz="800">
                <a:latin typeface="Calibri" panose="020F0502020204030204" pitchFamily="34" charset="0"/>
                <a:ea typeface="Calibri" panose="020F0502020204030204" pitchFamily="34" charset="0"/>
                <a:cs typeface="Calibri" panose="020F0502020204030204" pitchFamily="34" charset="0"/>
              </a:rPr>
              <a:t>The current scope and efforts for mandatory code adjustments are based on relevant extracts available from the customer system. Any deviations from the baselined scope will be managed through a change request.</a:t>
            </a:r>
          </a:p>
          <a:p>
            <a:pPr marL="171450" lvl="2" indent="-171450">
              <a:lnSpc>
                <a:spcPct val="130000"/>
              </a:lnSpc>
            </a:pPr>
            <a:r>
              <a:rPr lang="en-US" sz="800">
                <a:latin typeface="Calibri"/>
                <a:ea typeface="Calibri"/>
                <a:cs typeface="Calibri"/>
              </a:rPr>
              <a:t>The customer is responsible for ensuring version correctness in the system provided for custom code activities. Mandatory code adjustments will be executed on the active version of the objects available in the designated system.</a:t>
            </a:r>
          </a:p>
          <a:p>
            <a:pPr marL="171450" lvl="2" indent="-171450">
              <a:lnSpc>
                <a:spcPct val="130000"/>
              </a:lnSpc>
            </a:pPr>
            <a:r>
              <a:rPr lang="en-US" sz="800">
                <a:latin typeface="Calibri"/>
                <a:ea typeface="Calibri"/>
                <a:cs typeface="Calibri"/>
              </a:rPr>
              <a:t>Objects impacted during mandatory code adjustments that fall within third-party vendor namespaces (e.g., &lt;namespace&gt;) are expected to be reviewed and adjusted by the respective vendors. The customer is responsible for coordinating with these vendors to complete the necessary activities. </a:t>
            </a:r>
          </a:p>
          <a:p>
            <a:pPr marL="171450" lvl="2" indent="-171450">
              <a:lnSpc>
                <a:spcPct val="130000"/>
              </a:lnSpc>
            </a:pPr>
            <a:r>
              <a:rPr lang="en-US" sz="800">
                <a:latin typeface="Calibri"/>
                <a:ea typeface="Calibri"/>
                <a:cs typeface="Calibri"/>
              </a:rPr>
              <a:t>Any adjustments required due to dual maintenance or retrofit processes fall under the responsibility of the customer and are not included in the scope of mandatory code adjustments.</a:t>
            </a:r>
          </a:p>
          <a:p>
            <a:pPr marL="171450" lvl="2" indent="-171450">
              <a:lnSpc>
                <a:spcPct val="130000"/>
              </a:lnSpc>
            </a:pPr>
            <a:r>
              <a:rPr lang="en-US" sz="800">
                <a:latin typeface="Calibri" panose="020F0502020204030204" pitchFamily="34" charset="0"/>
                <a:ea typeface="Calibri" panose="020F0502020204030204" pitchFamily="34" charset="0"/>
                <a:cs typeface="Calibri" panose="020F0502020204030204" pitchFamily="34" charset="0"/>
              </a:rPr>
              <a:t>All relevant impacts related to HANA code adaptations and S/4 HANA will be addressed using *</a:t>
            </a:r>
            <a:r>
              <a:rPr lang="en-US" sz="800">
                <a:highlight>
                  <a:srgbClr val="FFFF00"/>
                </a:highlight>
                <a:latin typeface="Calibri" panose="020F0502020204030204" pitchFamily="34" charset="0"/>
                <a:ea typeface="Calibri" panose="020F0502020204030204" pitchFamily="34" charset="0"/>
                <a:cs typeface="Calibri" panose="020F0502020204030204" pitchFamily="34" charset="0"/>
              </a:rPr>
              <a:t>Quick Fix and / or in-house</a:t>
            </a:r>
            <a:r>
              <a:rPr lang="en-US" sz="800">
                <a:latin typeface="Calibri" panose="020F0502020204030204" pitchFamily="34" charset="0"/>
                <a:ea typeface="Calibri" panose="020F0502020204030204" pitchFamily="34" charset="0"/>
                <a:cs typeface="Calibri" panose="020F0502020204030204" pitchFamily="34" charset="0"/>
              </a:rPr>
              <a:t>  automation tools &amp; accelerators. </a:t>
            </a:r>
          </a:p>
          <a:p>
            <a:pPr marL="171450" lvl="2" indent="-171450">
              <a:lnSpc>
                <a:spcPct val="130000"/>
              </a:lnSpc>
            </a:pPr>
            <a:r>
              <a:rPr lang="en-US" sz="800">
                <a:latin typeface="Calibri" panose="020F0502020204030204" pitchFamily="34" charset="0"/>
                <a:ea typeface="Calibri" panose="020F0502020204030204" pitchFamily="34" charset="0"/>
                <a:cs typeface="Calibri" panose="020F0502020204030204" pitchFamily="34" charset="0"/>
              </a:rPr>
              <a:t>Documentation for remediated custom code will be generated using in-house automation toolset in a standardized format. </a:t>
            </a:r>
          </a:p>
          <a:p>
            <a:pPr marL="171450" lvl="2" indent="-171450">
              <a:lnSpc>
                <a:spcPct val="130000"/>
              </a:lnSpc>
            </a:pPr>
            <a:r>
              <a:rPr lang="en-US" sz="800">
                <a:latin typeface="Calibri"/>
                <a:ea typeface="Calibri"/>
                <a:cs typeface="Calibri"/>
              </a:rPr>
              <a:t>Mandatory code adjustment activities are scoped for one system only. All remediated objects will be transported to subsequent systems.</a:t>
            </a:r>
          </a:p>
          <a:p>
            <a:pPr marL="171450" lvl="2" indent="-171450">
              <a:lnSpc>
                <a:spcPct val="130000"/>
              </a:lnSpc>
            </a:pPr>
            <a:r>
              <a:rPr lang="en-US" sz="800">
                <a:latin typeface="Calibri" panose="020F0502020204030204" pitchFamily="34" charset="0"/>
                <a:ea typeface="Calibri" panose="020F0502020204030204" pitchFamily="34" charset="0"/>
                <a:cs typeface="Calibri" panose="020F0502020204030204" pitchFamily="34" charset="0"/>
              </a:rPr>
              <a:t>The development support does not extend in resolving pre-existing errors or bugs in custom code that are unrelated to the upgrade or remediation activities</a:t>
            </a:r>
            <a:r>
              <a:rPr lang="en-US" sz="800">
                <a:solidFill>
                  <a:srgbClr val="FF0000"/>
                </a:solidFill>
                <a:latin typeface="Calibri" panose="020F0502020204030204" pitchFamily="34" charset="0"/>
                <a:ea typeface="Calibri" panose="020F0502020204030204" pitchFamily="34" charset="0"/>
                <a:cs typeface="Calibri" panose="020F0502020204030204" pitchFamily="34" charset="0"/>
              </a:rPr>
              <a:t>. </a:t>
            </a:r>
          </a:p>
          <a:p>
            <a:pPr marL="171450" lvl="2" indent="-171450">
              <a:lnSpc>
                <a:spcPct val="130000"/>
              </a:lnSpc>
            </a:pPr>
            <a:r>
              <a:rPr lang="en-US" sz="800">
                <a:latin typeface="Calibri"/>
                <a:ea typeface="Calibri"/>
                <a:cs typeface="Calibri"/>
              </a:rPr>
              <a:t>SAP Queries, </a:t>
            </a:r>
            <a:r>
              <a:rPr lang="en-US" sz="800" err="1">
                <a:latin typeface="Calibri"/>
                <a:ea typeface="Calibri"/>
                <a:cs typeface="Calibri"/>
              </a:rPr>
              <a:t>Infoset</a:t>
            </a:r>
            <a:r>
              <a:rPr lang="en-US" sz="800">
                <a:latin typeface="Calibri"/>
                <a:ea typeface="Calibri"/>
                <a:cs typeface="Calibri"/>
              </a:rPr>
              <a:t> Queries, and ABAP Queries identified as impacted through ATC analysis are recommended for redevelopment by the customer. The scope, feasibility, and approach for such redevelopment will be discussed and finalized during the project execution phase. Any development support required to facilitate this effort may be undertaken through a Change Request.</a:t>
            </a:r>
          </a:p>
          <a:p>
            <a:pPr marL="171450" lvl="2" indent="-171450">
              <a:lnSpc>
                <a:spcPct val="130000"/>
              </a:lnSpc>
            </a:pPr>
            <a:r>
              <a:rPr lang="en-US" sz="800">
                <a:latin typeface="Calibri" panose="020F0502020204030204" pitchFamily="34" charset="0"/>
                <a:ea typeface="Calibri" panose="020F0502020204030204" pitchFamily="34" charset="0"/>
                <a:cs typeface="Calibri" panose="020F0502020204030204" pitchFamily="34" charset="0"/>
              </a:rPr>
              <a:t>Any layout changes related to Adobe Forms / Smart Forms / Scripts Form are not included in the baseline scope. The effort will be  estimated based on customer requirements and will be addressed separately via a Change Request.</a:t>
            </a:r>
          </a:p>
          <a:p>
            <a:pPr marL="171450" lvl="2" indent="-171450">
              <a:lnSpc>
                <a:spcPct val="130000"/>
              </a:lnSpc>
            </a:pPr>
            <a:r>
              <a:rPr lang="en-US" sz="800">
                <a:latin typeface="Calibri"/>
                <a:ea typeface="Calibri"/>
                <a:cs typeface="Calibri"/>
              </a:rPr>
              <a:t>Effort estimates have been prepared based on the assumption that SAP J4D capabilities are available. If J4D capabilities are not available, the estimates will need to be reassessed and recalculated.</a:t>
            </a:r>
          </a:p>
          <a:p>
            <a:pPr marL="171450" lvl="2" indent="-171450">
              <a:lnSpc>
                <a:spcPct val="130000"/>
              </a:lnSpc>
            </a:pPr>
            <a:r>
              <a:rPr lang="en-US" sz="800">
                <a:highlight>
                  <a:srgbClr val="FFFF00"/>
                </a:highlight>
                <a:latin typeface="Calibri"/>
                <a:ea typeface="Calibri"/>
                <a:cs typeface="Calibri"/>
              </a:rPr>
              <a:t>*Any new fit gap development work required to replicate functionality not supported in S/4HANA is excluded from the current scope and may be addressed separately via a Change Request.</a:t>
            </a:r>
            <a:endParaRPr lang="en-US" sz="800">
              <a:highlight>
                <a:srgbClr val="00FF00"/>
              </a:highlight>
              <a:latin typeface="Calibri"/>
              <a:ea typeface="Calibri"/>
              <a:cs typeface="Calibri"/>
            </a:endParaRPr>
          </a:p>
          <a:p>
            <a:pPr marL="171450" lvl="2" indent="-171450">
              <a:lnSpc>
                <a:spcPct val="130000"/>
              </a:lnSpc>
            </a:pPr>
            <a:r>
              <a:rPr lang="en-US" sz="800">
                <a:highlight>
                  <a:srgbClr val="FFFF00"/>
                </a:highlight>
                <a:latin typeface="Calibri" panose="020F0502020204030204" pitchFamily="34" charset="0"/>
                <a:ea typeface="Calibri" panose="020F0502020204030204" pitchFamily="34" charset="0"/>
                <a:cs typeface="Calibri" panose="020F0502020204030204" pitchFamily="34" charset="0"/>
              </a:rPr>
              <a:t>*Effort related to Customer-Vendor Integration (CVI) within the custom code track is not included in the baseline scope. This effort will be assessed during the execution phase, based on the customer’s specific requirements, and can be covered through a separate Change Request.</a:t>
            </a:r>
          </a:p>
          <a:p>
            <a:pPr marL="0" lvl="2" indent="0">
              <a:lnSpc>
                <a:spcPct val="130000"/>
              </a:lnSpc>
              <a:buNone/>
            </a:pPr>
            <a:endParaRPr lang="en-US" sz="800">
              <a:latin typeface="Calibri" panose="020F0502020204030204" pitchFamily="34" charset="0"/>
              <a:ea typeface="Calibri" panose="020F0502020204030204" pitchFamily="34" charset="0"/>
              <a:cs typeface="Calibri" panose="020F0502020204030204" pitchFamily="34" charset="0"/>
            </a:endParaRPr>
          </a:p>
          <a:p>
            <a:pPr marL="0" lvl="2" indent="0">
              <a:lnSpc>
                <a:spcPct val="130000"/>
              </a:lnSpc>
              <a:buNone/>
            </a:pPr>
            <a:r>
              <a:rPr lang="en-US" sz="900" b="1">
                <a:latin typeface="Calibri" panose="020F0502020204030204" pitchFamily="34" charset="0"/>
                <a:ea typeface="Calibri" panose="020F0502020204030204" pitchFamily="34" charset="0"/>
                <a:cs typeface="Calibri" panose="020F0502020204030204" pitchFamily="34" charset="0"/>
              </a:rPr>
              <a:t>Exclusions</a:t>
            </a:r>
          </a:p>
          <a:p>
            <a:pPr marL="0" lvl="2" indent="0">
              <a:lnSpc>
                <a:spcPct val="130000"/>
              </a:lnSpc>
              <a:buNone/>
            </a:pPr>
            <a:r>
              <a:rPr lang="en-US" sz="800">
                <a:latin typeface="Calibri"/>
                <a:ea typeface="Calibri"/>
                <a:cs typeface="Calibri"/>
              </a:rPr>
              <a:t>Any activities not defined as in scope  are deemed out of scope, including, but not limited to the following exclusions:</a:t>
            </a:r>
          </a:p>
          <a:p>
            <a:pPr marL="171450" lvl="2" indent="-171450">
              <a:lnSpc>
                <a:spcPct val="130000"/>
              </a:lnSpc>
            </a:pPr>
            <a:r>
              <a:rPr lang="en-US" sz="800">
                <a:latin typeface="Calibri"/>
                <a:ea typeface="Calibri"/>
                <a:cs typeface="Calibri"/>
              </a:rPr>
              <a:t>Any adjustments to custom code objects clones of  standard SAP objects , as identified through the  SAP clone finder scan results.</a:t>
            </a:r>
          </a:p>
          <a:p>
            <a:pPr marL="171450" lvl="2" indent="-171450">
              <a:lnSpc>
                <a:spcPct val="130000"/>
              </a:lnSpc>
            </a:pPr>
            <a:r>
              <a:rPr lang="en-US" sz="800">
                <a:latin typeface="Calibri"/>
                <a:ea typeface="Calibri"/>
                <a:cs typeface="Calibri"/>
              </a:rPr>
              <a:t>Any custom code modifications, configuration updates (in FILE t-code), or enhancements required due to changes in application server file paths resulting from an operating system change are explicitly deemed out of scope for this engagement.</a:t>
            </a:r>
          </a:p>
          <a:p>
            <a:pPr marL="171450" lvl="2" indent="-171450">
              <a:lnSpc>
                <a:spcPct val="130000"/>
              </a:lnSpc>
            </a:pPr>
            <a:r>
              <a:rPr lang="en-US" sz="800">
                <a:latin typeface="Calibri"/>
                <a:ea typeface="Calibri"/>
                <a:cs typeface="Calibri"/>
              </a:rPr>
              <a:t>ATC impact category “Optional” or performance optimizations , including those related to variants FUNCTIONAL_DB_ADDITION or PERFORMANCE_DB variants in existing custom code.</a:t>
            </a:r>
            <a:endParaRPr lang="en-US">
              <a:latin typeface="Calibri"/>
              <a:ea typeface="Calibri"/>
              <a:cs typeface="Calibri"/>
            </a:endParaRPr>
          </a:p>
          <a:p>
            <a:pPr marL="171450" lvl="2" indent="-171450">
              <a:lnSpc>
                <a:spcPct val="130000"/>
              </a:lnSpc>
            </a:pPr>
            <a:r>
              <a:rPr lang="en-US" sz="800">
                <a:latin typeface="Calibri" panose="020F0502020204030204" pitchFamily="34" charset="0"/>
                <a:ea typeface="Calibri" panose="020F0502020204030204" pitchFamily="34" charset="0"/>
                <a:cs typeface="Calibri" panose="020F0502020204030204" pitchFamily="34" charset="0"/>
              </a:rPr>
              <a:t>Any Screen variants / Transaction variants that are not carried forward by upgrade tool.</a:t>
            </a:r>
          </a:p>
          <a:p>
            <a:pPr marL="171450" lvl="2" indent="-171450">
              <a:lnSpc>
                <a:spcPct val="130000"/>
              </a:lnSpc>
            </a:pPr>
            <a:r>
              <a:rPr lang="en-US" sz="800">
                <a:latin typeface="Calibri"/>
                <a:ea typeface="Calibri"/>
                <a:cs typeface="Calibri"/>
              </a:rPr>
              <a:t>Objects in package $TMP ( temporary or local objects ) or third party packages or objects with pre-existing syntax errors are excluded from all adjustment activities. </a:t>
            </a:r>
          </a:p>
          <a:p>
            <a:pPr marL="0" lvl="2" indent="0">
              <a:lnSpc>
                <a:spcPct val="130000"/>
              </a:lnSpc>
              <a:buNone/>
            </a:pPr>
            <a:endParaRPr lang="en-US" sz="800">
              <a:latin typeface="Calibri" panose="020F0502020204030204" pitchFamily="34" charset="0"/>
              <a:ea typeface="Calibri" panose="020F0502020204030204" pitchFamily="34" charset="0"/>
              <a:cs typeface="Calibri" panose="020F0502020204030204" pitchFamily="34" charset="0"/>
            </a:endParaRPr>
          </a:p>
          <a:p>
            <a:pPr marL="0" lvl="2" indent="0">
              <a:lnSpc>
                <a:spcPct val="130000"/>
              </a:lnSpc>
              <a:buNone/>
            </a:pPr>
            <a:r>
              <a:rPr lang="en-US" sz="800">
                <a:highlight>
                  <a:srgbClr val="FFFF00"/>
                </a:highlight>
                <a:latin typeface="Calibri"/>
                <a:ea typeface="Calibri"/>
                <a:cs typeface="Calibri"/>
              </a:rPr>
              <a:t>* To be validated as per the scope of the opportunity</a:t>
            </a:r>
          </a:p>
        </p:txBody>
      </p:sp>
    </p:spTree>
    <p:extLst>
      <p:ext uri="{BB962C8B-B14F-4D97-AF65-F5344CB8AC3E}">
        <p14:creationId xmlns:p14="http://schemas.microsoft.com/office/powerpoint/2010/main" val="264515985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B2C2A-7100-9169-2B0C-263FB14C3E86}"/>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410D8A31-5D82-9844-5AEE-C650D28987D4}"/>
              </a:ext>
            </a:extLst>
          </p:cNvPr>
          <p:cNvGraphicFramePr>
            <a:graphicFrameLocks noGrp="1"/>
          </p:cNvGraphicFramePr>
          <p:nvPr>
            <p:extLst>
              <p:ext uri="{D42A27DB-BD31-4B8C-83A1-F6EECF244321}">
                <p14:modId xmlns:p14="http://schemas.microsoft.com/office/powerpoint/2010/main" val="1909786418"/>
              </p:ext>
            </p:extLst>
          </p:nvPr>
        </p:nvGraphicFramePr>
        <p:xfrm>
          <a:off x="254921" y="822739"/>
          <a:ext cx="11138260" cy="5212521"/>
        </p:xfrm>
        <a:graphic>
          <a:graphicData uri="http://schemas.openxmlformats.org/drawingml/2006/table">
            <a:tbl>
              <a:tblPr firstRow="1" bandRow="1">
                <a:tableStyleId>{2D5ABB26-0587-4C30-8999-92F81FD0307C}</a:tableStyleId>
              </a:tblPr>
              <a:tblGrid>
                <a:gridCol w="11138260">
                  <a:extLst>
                    <a:ext uri="{9D8B030D-6E8A-4147-A177-3AD203B41FA5}">
                      <a16:colId xmlns:a16="http://schemas.microsoft.com/office/drawing/2014/main" val="20000"/>
                    </a:ext>
                  </a:extLst>
                </a:gridCol>
              </a:tblGrid>
              <a:tr h="5212521">
                <a:tc>
                  <a:txBody>
                    <a:bodyPr/>
                    <a:lstStyle/>
                    <a:p>
                      <a:pPr marL="0" marR="0" lvl="1" indent="0" algn="l" rtl="0" eaLnBrk="1" fontAlgn="auto" latinLnBrk="0" hangingPunct="1">
                        <a:lnSpc>
                          <a:spcPct val="100000"/>
                        </a:lnSpc>
                        <a:spcBef>
                          <a:spcPts val="0"/>
                        </a:spcBef>
                        <a:spcAft>
                          <a:spcPts val="0"/>
                        </a:spcAft>
                        <a:buClr>
                          <a:srgbClr val="F0AB00"/>
                        </a:buClr>
                        <a:buSzTx/>
                        <a:buFont typeface="Courier New" panose="02070309020205020404" pitchFamily="49" charset="0"/>
                        <a:buNone/>
                      </a:pPr>
                      <a:r>
                        <a:rPr lang="en-GB" sz="1400" b="1" kern="1200">
                          <a:solidFill>
                            <a:schemeClr val="accent1"/>
                          </a:solidFill>
                          <a:latin typeface="+mn-lt"/>
                          <a:ea typeface="+mn-ea"/>
                          <a:cs typeface="+mn-cs"/>
                        </a:rPr>
                        <a:t>What s Fit Gap?</a:t>
                      </a:r>
                      <a:endParaRPr lang="en-US" i="0" u="none" strike="noStrike" noProof="0"/>
                    </a:p>
                    <a:p>
                      <a:pPr marL="0" marR="0" lvl="1" indent="0" algn="l">
                        <a:lnSpc>
                          <a:spcPct val="100000"/>
                        </a:lnSpc>
                        <a:spcBef>
                          <a:spcPts val="0"/>
                        </a:spcBef>
                        <a:spcAft>
                          <a:spcPts val="0"/>
                        </a:spcAft>
                        <a:buSzTx/>
                        <a:buFont typeface="Courier New" panose="02070309020205020404" pitchFamily="49" charset="0"/>
                        <a:buNone/>
                      </a:pPr>
                      <a:endParaRPr lang="en-US" sz="1200" b="0" i="0" u="none" strike="noStrike" kern="1200" noProof="0" dirty="0">
                        <a:solidFill>
                          <a:schemeClr val="tx1">
                            <a:lumMod val="75000"/>
                            <a:lumOff val="25000"/>
                          </a:schemeClr>
                        </a:solidFill>
                      </a:endParaRPr>
                    </a:p>
                    <a:p>
                      <a:pPr marL="0" marR="0" lvl="1" indent="0" algn="l" defTabSz="914492">
                        <a:lnSpc>
                          <a:spcPct val="100000"/>
                        </a:lnSpc>
                        <a:spcBef>
                          <a:spcPts val="0"/>
                        </a:spcBef>
                        <a:spcAft>
                          <a:spcPts val="0"/>
                        </a:spcAft>
                        <a:buSzTx/>
                        <a:buFont typeface="Courier New" panose="02070309020205020404" pitchFamily="49" charset="0"/>
                        <a:buNone/>
                        <a:tabLst/>
                        <a:defRPr/>
                      </a:pPr>
                      <a:r>
                        <a:rPr lang="en-US" sz="1200" b="0" i="0" u="none" strike="noStrike" kern="1200" noProof="0">
                          <a:solidFill>
                            <a:schemeClr val="tx1">
                              <a:lumMod val="75000"/>
                              <a:lumOff val="25000"/>
                            </a:schemeClr>
                          </a:solidFill>
                        </a:rPr>
                        <a:t>Functionalities that are not available in S/4HANA require business and functional input to determine the appropriate course of action, including:</a:t>
                      </a:r>
                      <a:endParaRPr lang="en-US" i="0" u="none" strike="noStrike" noProof="0"/>
                    </a:p>
                    <a:p>
                      <a:pPr marL="342900" lvl="0" indent="-342900" algn="l">
                        <a:lnSpc>
                          <a:spcPct val="100000"/>
                        </a:lnSpc>
                        <a:spcBef>
                          <a:spcPts val="0"/>
                        </a:spcBef>
                        <a:spcAft>
                          <a:spcPts val="0"/>
                        </a:spcAft>
                        <a:buFont typeface="Arial"/>
                        <a:buChar char="•"/>
                      </a:pPr>
                      <a:r>
                        <a:rPr lang="en-US" sz="1200" b="0" i="0" u="none" strike="noStrike" kern="1200" noProof="0">
                          <a:solidFill>
                            <a:schemeClr val="tx1">
                              <a:lumMod val="75000"/>
                              <a:lumOff val="25000"/>
                            </a:schemeClr>
                          </a:solidFill>
                        </a:rPr>
                        <a:t>Whether a </a:t>
                      </a:r>
                      <a:r>
                        <a:rPr lang="en-US" sz="1200" b="1" i="0" u="none" strike="noStrike" kern="1200" noProof="0">
                          <a:solidFill>
                            <a:schemeClr val="tx1">
                              <a:lumMod val="75000"/>
                              <a:lumOff val="25000"/>
                            </a:schemeClr>
                          </a:solidFill>
                        </a:rPr>
                        <a:t>process redesign</a:t>
                      </a:r>
                      <a:r>
                        <a:rPr lang="en-US" sz="1200" b="0" i="0" u="none" strike="noStrike" kern="1200" noProof="0">
                          <a:solidFill>
                            <a:schemeClr val="tx1">
                              <a:lumMod val="75000"/>
                              <a:lumOff val="25000"/>
                            </a:schemeClr>
                          </a:solidFill>
                        </a:rPr>
                        <a:t> is required </a:t>
                      </a:r>
                      <a:endParaRPr lang="en-US"/>
                    </a:p>
                    <a:p>
                      <a:pPr marL="342900" lvl="0" indent="-342900" algn="l">
                        <a:lnSpc>
                          <a:spcPct val="100000"/>
                        </a:lnSpc>
                        <a:spcBef>
                          <a:spcPts val="0"/>
                        </a:spcBef>
                        <a:spcAft>
                          <a:spcPts val="0"/>
                        </a:spcAft>
                        <a:buFont typeface="Arial"/>
                        <a:buChar char="•"/>
                      </a:pPr>
                      <a:r>
                        <a:rPr lang="en-US" sz="1200" b="0" i="0" u="none" strike="noStrike" kern="1200" noProof="0">
                          <a:solidFill>
                            <a:schemeClr val="tx1">
                              <a:lumMod val="75000"/>
                              <a:lumOff val="25000"/>
                            </a:schemeClr>
                          </a:solidFill>
                        </a:rPr>
                        <a:t>Whether </a:t>
                      </a:r>
                      <a:r>
                        <a:rPr lang="en-US" sz="1200" b="1" i="0" u="none" strike="noStrike" kern="1200" noProof="0">
                          <a:solidFill>
                            <a:schemeClr val="tx1">
                              <a:lumMod val="75000"/>
                              <a:lumOff val="25000"/>
                            </a:schemeClr>
                          </a:solidFill>
                        </a:rPr>
                        <a:t>custom development or an enhancement</a:t>
                      </a:r>
                      <a:r>
                        <a:rPr lang="en-US" sz="1200" b="0" i="0" u="none" strike="noStrike" kern="1200" noProof="0">
                          <a:solidFill>
                            <a:schemeClr val="tx1">
                              <a:lumMod val="75000"/>
                              <a:lumOff val="25000"/>
                            </a:schemeClr>
                          </a:solidFill>
                        </a:rPr>
                        <a:t> is needed </a:t>
                      </a:r>
                      <a:endParaRPr lang="en-US"/>
                    </a:p>
                    <a:p>
                      <a:pPr marL="342900" lvl="0" indent="-342900" algn="l">
                        <a:lnSpc>
                          <a:spcPct val="100000"/>
                        </a:lnSpc>
                        <a:spcBef>
                          <a:spcPts val="0"/>
                        </a:spcBef>
                        <a:spcAft>
                          <a:spcPts val="0"/>
                        </a:spcAft>
                        <a:buFont typeface="Arial"/>
                        <a:buChar char="•"/>
                      </a:pPr>
                      <a:r>
                        <a:rPr lang="en-US" sz="1200" b="0" i="0" u="none" strike="noStrike" kern="1200" noProof="0">
                          <a:solidFill>
                            <a:schemeClr val="tx1">
                              <a:lumMod val="75000"/>
                              <a:lumOff val="25000"/>
                            </a:schemeClr>
                          </a:solidFill>
                        </a:rPr>
                        <a:t>Whether the identified gap is a </a:t>
                      </a:r>
                      <a:r>
                        <a:rPr lang="en-US" sz="1200" b="1" i="0" u="none" strike="noStrike" kern="1200" noProof="0">
                          <a:solidFill>
                            <a:schemeClr val="tx1">
                              <a:lumMod val="75000"/>
                              <a:lumOff val="25000"/>
                            </a:schemeClr>
                          </a:solidFill>
                        </a:rPr>
                        <a:t>false positive</a:t>
                      </a:r>
                      <a:r>
                        <a:rPr lang="en-US" sz="1200" b="0" i="0" u="none" strike="noStrike" kern="1200" noProof="0" dirty="0">
                          <a:solidFill>
                            <a:schemeClr val="tx1">
                              <a:lumMod val="75000"/>
                              <a:lumOff val="25000"/>
                            </a:schemeClr>
                          </a:solidFill>
                        </a:rPr>
                        <a:t> </a:t>
                      </a:r>
                      <a:endParaRPr lang="en-US" dirty="0"/>
                    </a:p>
                    <a:p>
                      <a:pPr lvl="0" indent="0" algn="l">
                        <a:lnSpc>
                          <a:spcPct val="100000"/>
                        </a:lnSpc>
                        <a:spcBef>
                          <a:spcPts val="0"/>
                        </a:spcBef>
                        <a:spcAft>
                          <a:spcPts val="0"/>
                        </a:spcAft>
                        <a:buNone/>
                      </a:pPr>
                      <a:r>
                        <a:rPr lang="en-US" sz="1200" b="0" i="0" u="none" strike="noStrike" kern="1200" noProof="0">
                          <a:solidFill>
                            <a:schemeClr val="tx1">
                              <a:lumMod val="75000"/>
                              <a:lumOff val="25000"/>
                            </a:schemeClr>
                          </a:solidFill>
                        </a:rPr>
                        <a:t>During the </a:t>
                      </a:r>
                      <a:r>
                        <a:rPr lang="en-US" sz="1200" b="1" i="0" u="none" strike="noStrike" kern="1200" noProof="0">
                          <a:solidFill>
                            <a:schemeClr val="tx1">
                              <a:lumMod val="75000"/>
                              <a:lumOff val="25000"/>
                            </a:schemeClr>
                          </a:solidFill>
                        </a:rPr>
                        <a:t>Explore phase</a:t>
                      </a:r>
                      <a:r>
                        <a:rPr lang="en-US" sz="1200" b="0" i="0" u="none" strike="noStrike" kern="1200" noProof="0">
                          <a:solidFill>
                            <a:schemeClr val="tx1">
                              <a:lumMod val="75000"/>
                              <a:lumOff val="25000"/>
                            </a:schemeClr>
                          </a:solidFill>
                        </a:rPr>
                        <a:t>, each identified gap is reviewed in detail to understand its business impact and validate the requirement. Based on this assessment, the appropriate action is determined—whether to </a:t>
                      </a:r>
                      <a:r>
                        <a:rPr lang="en-US" sz="1200" b="1" i="0" u="none" strike="noStrike" kern="1200" noProof="0">
                          <a:solidFill>
                            <a:schemeClr val="tx1">
                              <a:lumMod val="75000"/>
                              <a:lumOff val="25000"/>
                            </a:schemeClr>
                          </a:solidFill>
                        </a:rPr>
                        <a:t>adopt standard S/4HANA functionality, redesign the business process, develop a custom solution, or confirm the gap as a false positive</a:t>
                      </a:r>
                      <a:r>
                        <a:rPr lang="en-US" sz="1200" b="0" i="0" u="none" strike="noStrike" kern="1200" noProof="0">
                          <a:solidFill>
                            <a:schemeClr val="tx1">
                              <a:lumMod val="75000"/>
                              <a:lumOff val="25000"/>
                            </a:schemeClr>
                          </a:solidFill>
                        </a:rPr>
                        <a:t>.</a:t>
                      </a:r>
                      <a:endParaRPr lang="en-US" i="0" u="none" strike="noStrike" noProof="0"/>
                    </a:p>
                    <a:p>
                      <a:pPr marL="0" marR="0" lvl="1" indent="0" algn="l">
                        <a:lnSpc>
                          <a:spcPct val="100000"/>
                        </a:lnSpc>
                        <a:spcBef>
                          <a:spcPts val="0"/>
                        </a:spcBef>
                        <a:spcAft>
                          <a:spcPts val="0"/>
                        </a:spcAft>
                        <a:buSzTx/>
                        <a:buFont typeface="Courier New" panose="02070309020205020404" pitchFamily="49" charset="0"/>
                        <a:buNone/>
                      </a:pPr>
                      <a:endParaRPr lang="en-US" sz="1400" b="1" kern="1200" dirty="0">
                        <a:solidFill>
                          <a:schemeClr val="accent1"/>
                        </a:solidFill>
                        <a:latin typeface="+mn-lt"/>
                        <a:ea typeface="+mn-ea"/>
                        <a:cs typeface="+mn-cs"/>
                      </a:endParaRPr>
                    </a:p>
                    <a:p>
                      <a:pPr marL="0" marR="0" lvl="1" indent="0" algn="l" defTabSz="914492">
                        <a:lnSpc>
                          <a:spcPct val="100000"/>
                        </a:lnSpc>
                        <a:spcBef>
                          <a:spcPts val="0"/>
                        </a:spcBef>
                        <a:spcAft>
                          <a:spcPts val="0"/>
                        </a:spcAft>
                        <a:buSzTx/>
                        <a:buFont typeface="Courier New" panose="02070309020205020404" pitchFamily="49" charset="0"/>
                        <a:buNone/>
                        <a:tabLst/>
                        <a:defRPr/>
                      </a:pPr>
                      <a:r>
                        <a:rPr lang="en-US" sz="1400" b="1" kern="1200">
                          <a:solidFill>
                            <a:schemeClr val="accent1"/>
                          </a:solidFill>
                          <a:latin typeface="+mn-lt"/>
                          <a:ea typeface="+mn-ea"/>
                          <a:cs typeface="+mn-cs"/>
                        </a:rPr>
                        <a:t>Object Classification illustrated in table below-</a:t>
                      </a:r>
                      <a:endParaRPr lang="en-US" sz="1200" b="1" kern="1200">
                        <a:solidFill>
                          <a:schemeClr val="tx1">
                            <a:lumMod val="75000"/>
                            <a:lumOff val="25000"/>
                          </a:schemeClr>
                        </a:solidFill>
                        <a:latin typeface="+mn-lt"/>
                        <a:ea typeface="+mn-ea"/>
                        <a:cs typeface="+mn-cs"/>
                      </a:endParaRPr>
                    </a:p>
                    <a:p>
                      <a:pPr marL="0" marR="0" lvl="1" indent="0" algn="l" defTabSz="914492" rtl="0" eaLnBrk="1" fontAlgn="auto" latinLnBrk="0" hangingPunct="1">
                        <a:lnSpc>
                          <a:spcPct val="100000"/>
                        </a:lnSpc>
                        <a:spcBef>
                          <a:spcPts val="0"/>
                        </a:spcBef>
                        <a:spcAft>
                          <a:spcPts val="0"/>
                        </a:spcAft>
                        <a:buClr>
                          <a:srgbClr val="F0AB00"/>
                        </a:buClr>
                        <a:buSzTx/>
                        <a:buFont typeface="Courier New" panose="02070309020205020404" pitchFamily="49" charset="0"/>
                        <a:buNone/>
                        <a:tabLst/>
                        <a:defRPr/>
                      </a:pPr>
                      <a:endParaRPr lang="en-US" sz="1200" b="1" kern="1200">
                        <a:solidFill>
                          <a:schemeClr val="tx1">
                            <a:lumMod val="75000"/>
                            <a:lumOff val="25000"/>
                          </a:schemeClr>
                        </a:solidFill>
                        <a:latin typeface="+mn-lt"/>
                        <a:ea typeface="+mn-ea"/>
                        <a:cs typeface="+mn-cs"/>
                      </a:endParaRPr>
                    </a:p>
                    <a:p>
                      <a:pPr marL="0" marR="0" lvl="1" indent="0" algn="l" defTabSz="914492" rtl="0" eaLnBrk="1" fontAlgn="auto" latinLnBrk="0" hangingPunct="1">
                        <a:lnSpc>
                          <a:spcPct val="100000"/>
                        </a:lnSpc>
                        <a:spcBef>
                          <a:spcPts val="0"/>
                        </a:spcBef>
                        <a:spcAft>
                          <a:spcPts val="0"/>
                        </a:spcAft>
                        <a:buClr>
                          <a:srgbClr val="F0AB00"/>
                        </a:buClr>
                        <a:buSzTx/>
                        <a:buFont typeface="Courier New" panose="02070309020205020404" pitchFamily="49" charset="0"/>
                        <a:buNone/>
                        <a:tabLst/>
                        <a:defRPr/>
                      </a:pPr>
                      <a:endParaRPr lang="en-GB" sz="1400" b="1" kern="1200">
                        <a:solidFill>
                          <a:srgbClr val="FFC000"/>
                        </a:solidFill>
                        <a:latin typeface="+mn-lt"/>
                        <a:ea typeface="+mn-ea"/>
                        <a:cs typeface="+mn-cs"/>
                      </a:endParaRPr>
                    </a:p>
                    <a:p>
                      <a:pPr marL="0" marR="0" lvl="1" indent="0" algn="l" defTabSz="914492" rtl="0" eaLnBrk="1" fontAlgn="auto" latinLnBrk="0" hangingPunct="1">
                        <a:lnSpc>
                          <a:spcPct val="100000"/>
                        </a:lnSpc>
                        <a:spcBef>
                          <a:spcPts val="0"/>
                        </a:spcBef>
                        <a:spcAft>
                          <a:spcPts val="0"/>
                        </a:spcAft>
                        <a:buClr>
                          <a:srgbClr val="F0AB00"/>
                        </a:buClr>
                        <a:buSzTx/>
                        <a:buFont typeface="Courier New" panose="02070309020205020404" pitchFamily="49" charset="0"/>
                        <a:buNone/>
                        <a:tabLst/>
                        <a:defRPr/>
                      </a:pPr>
                      <a:endParaRPr lang="en-GB" sz="1400" b="1" kern="1200">
                        <a:solidFill>
                          <a:srgbClr val="FFC000"/>
                        </a:solidFill>
                        <a:latin typeface="+mn-lt"/>
                        <a:ea typeface="+mn-ea"/>
                        <a:cs typeface="+mn-cs"/>
                      </a:endParaRPr>
                    </a:p>
                    <a:p>
                      <a:pPr marL="182563" marR="0" lvl="1" indent="-182563" algn="l" rtl="0" eaLnBrk="1" fontAlgn="auto" latinLnBrk="0" hangingPunct="1">
                        <a:lnSpc>
                          <a:spcPct val="100000"/>
                        </a:lnSpc>
                        <a:spcBef>
                          <a:spcPts val="0"/>
                        </a:spcBef>
                        <a:spcAft>
                          <a:spcPts val="0"/>
                        </a:spcAft>
                        <a:buClr>
                          <a:srgbClr val="F0AB00"/>
                        </a:buClr>
                        <a:buSzTx/>
                        <a:buFont typeface="Courier New" panose="02070309020205020404" pitchFamily="49" charset="0"/>
                        <a:buChar char="o"/>
                      </a:pPr>
                      <a:endParaRPr lang="en-GB" sz="900" kern="1200">
                        <a:solidFill>
                          <a:schemeClr val="tx1"/>
                        </a:solidFill>
                        <a:latin typeface="+mn-lt"/>
                        <a:ea typeface="+mn-ea"/>
                        <a:cs typeface="+mn-cs"/>
                      </a:endParaRPr>
                    </a:p>
                    <a:p>
                      <a:pPr marL="182563" marR="0" lvl="1" indent="-182563" algn="l" rtl="0" eaLnBrk="1" fontAlgn="auto" latinLnBrk="0" hangingPunct="1">
                        <a:lnSpc>
                          <a:spcPct val="100000"/>
                        </a:lnSpc>
                        <a:spcBef>
                          <a:spcPts val="0"/>
                        </a:spcBef>
                        <a:spcAft>
                          <a:spcPts val="0"/>
                        </a:spcAft>
                        <a:buClr>
                          <a:srgbClr val="F0AB00"/>
                        </a:buClr>
                        <a:buSzTx/>
                        <a:buFont typeface="Courier New" panose="02070309020205020404" pitchFamily="49" charset="0"/>
                        <a:buChar char="o"/>
                      </a:pPr>
                      <a:endParaRPr lang="en-US" sz="900" kern="1200">
                        <a:solidFill>
                          <a:schemeClr val="tx1"/>
                        </a:solidFill>
                        <a:latin typeface="+mn-lt"/>
                        <a:ea typeface="+mn-ea"/>
                        <a:cs typeface="+mn-cs"/>
                      </a:endParaRPr>
                    </a:p>
                    <a:p>
                      <a:pPr marL="182563" marR="0" lvl="1" indent="-182563" algn="l" rtl="0" eaLnBrk="1" fontAlgn="auto" latinLnBrk="0" hangingPunct="1">
                        <a:lnSpc>
                          <a:spcPct val="100000"/>
                        </a:lnSpc>
                        <a:spcBef>
                          <a:spcPts val="0"/>
                        </a:spcBef>
                        <a:spcAft>
                          <a:spcPts val="0"/>
                        </a:spcAft>
                        <a:buClr>
                          <a:srgbClr val="F0AB00"/>
                        </a:buClr>
                        <a:buSzTx/>
                        <a:buFont typeface="Courier New" panose="02070309020205020404" pitchFamily="49" charset="0"/>
                        <a:buChar char="o"/>
                      </a:pPr>
                      <a:endParaRPr lang="en-US" sz="900" kern="1200">
                        <a:solidFill>
                          <a:schemeClr val="tx1"/>
                        </a:solidFill>
                        <a:latin typeface="+mn-lt"/>
                        <a:ea typeface="+mn-ea"/>
                        <a:cs typeface="+mn-cs"/>
                      </a:endParaRPr>
                    </a:p>
                    <a:p>
                      <a:pPr marL="182563" marR="0" lvl="1" indent="-182563" algn="l" rtl="0" eaLnBrk="1" fontAlgn="auto" latinLnBrk="0" hangingPunct="1">
                        <a:lnSpc>
                          <a:spcPct val="100000"/>
                        </a:lnSpc>
                        <a:spcBef>
                          <a:spcPts val="0"/>
                        </a:spcBef>
                        <a:spcAft>
                          <a:spcPts val="0"/>
                        </a:spcAft>
                        <a:buClr>
                          <a:srgbClr val="F0AB00"/>
                        </a:buClr>
                        <a:buSzTx/>
                        <a:buFont typeface="Courier New" panose="02070309020205020404" pitchFamily="49" charset="0"/>
                        <a:buChar char="o"/>
                      </a:pPr>
                      <a:endParaRPr lang="en-US" sz="900" kern="1200">
                        <a:solidFill>
                          <a:schemeClr val="tx1"/>
                        </a:solidFill>
                        <a:latin typeface="+mn-lt"/>
                        <a:ea typeface="+mn-ea"/>
                        <a:cs typeface="+mn-cs"/>
                      </a:endParaRPr>
                    </a:p>
                    <a:p>
                      <a:pPr marL="182563" marR="0" lvl="1" indent="-182563" algn="l" rtl="0" eaLnBrk="1" fontAlgn="auto" latinLnBrk="0" hangingPunct="1">
                        <a:lnSpc>
                          <a:spcPct val="100000"/>
                        </a:lnSpc>
                        <a:spcBef>
                          <a:spcPts val="0"/>
                        </a:spcBef>
                        <a:spcAft>
                          <a:spcPts val="0"/>
                        </a:spcAft>
                        <a:buClr>
                          <a:srgbClr val="F0AB00"/>
                        </a:buClr>
                        <a:buSzTx/>
                        <a:buFont typeface="Courier New" panose="02070309020205020404" pitchFamily="49" charset="0"/>
                        <a:buChar char="o"/>
                      </a:pPr>
                      <a:endParaRPr lang="en-US" sz="900" kern="1200">
                        <a:solidFill>
                          <a:schemeClr val="tx1"/>
                        </a:solidFill>
                        <a:latin typeface="+mn-lt"/>
                        <a:ea typeface="+mn-ea"/>
                        <a:cs typeface="+mn-cs"/>
                      </a:endParaRPr>
                    </a:p>
                    <a:p>
                      <a:pPr marL="0" marR="0" lvl="1" indent="0" algn="l" defTabSz="914492" rtl="0" eaLnBrk="1" fontAlgn="auto" latinLnBrk="0" hangingPunct="1">
                        <a:lnSpc>
                          <a:spcPct val="100000"/>
                        </a:lnSpc>
                        <a:spcBef>
                          <a:spcPts val="0"/>
                        </a:spcBef>
                        <a:spcAft>
                          <a:spcPts val="0"/>
                        </a:spcAft>
                        <a:buClr>
                          <a:srgbClr val="F0AB00"/>
                        </a:buClr>
                        <a:buSzTx/>
                        <a:buFont typeface="Courier New" panose="02070309020205020404" pitchFamily="49" charset="0"/>
                        <a:buNone/>
                        <a:tabLst/>
                        <a:defRPr/>
                      </a:pPr>
                      <a:endParaRPr lang="en-US" sz="1400" b="1" kern="1200">
                        <a:solidFill>
                          <a:srgbClr val="FFC000"/>
                        </a:solidFill>
                        <a:latin typeface="+mn-lt"/>
                        <a:ea typeface="+mn-ea"/>
                        <a:cs typeface="+mn-cs"/>
                      </a:endParaRPr>
                    </a:p>
                    <a:p>
                      <a:pPr marL="0" marR="0" lvl="1" indent="0" algn="l" defTabSz="914492" rtl="0" eaLnBrk="1" fontAlgn="auto" latinLnBrk="0" hangingPunct="1">
                        <a:lnSpc>
                          <a:spcPct val="100000"/>
                        </a:lnSpc>
                        <a:spcBef>
                          <a:spcPts val="0"/>
                        </a:spcBef>
                        <a:spcAft>
                          <a:spcPts val="0"/>
                        </a:spcAft>
                        <a:buClr>
                          <a:srgbClr val="F0AB00"/>
                        </a:buClr>
                        <a:buSzTx/>
                        <a:buFont typeface="Courier New" panose="02070309020205020404" pitchFamily="49" charset="0"/>
                        <a:buNone/>
                        <a:tabLst/>
                        <a:defRPr/>
                      </a:pPr>
                      <a:endParaRPr lang="en-US" sz="1400" b="1" kern="1200">
                        <a:solidFill>
                          <a:srgbClr val="FFC000"/>
                        </a:solidFill>
                        <a:latin typeface="+mn-lt"/>
                        <a:ea typeface="+mn-ea"/>
                        <a:cs typeface="+mn-cs"/>
                      </a:endParaRPr>
                    </a:p>
                    <a:p>
                      <a:pPr marL="0" marR="0" lvl="1" indent="0" algn="l" defTabSz="914492" rtl="0" eaLnBrk="1" fontAlgn="auto" latinLnBrk="0" hangingPunct="1">
                        <a:lnSpc>
                          <a:spcPct val="100000"/>
                        </a:lnSpc>
                        <a:spcBef>
                          <a:spcPts val="0"/>
                        </a:spcBef>
                        <a:spcAft>
                          <a:spcPts val="0"/>
                        </a:spcAft>
                        <a:buClr>
                          <a:srgbClr val="F0AB00"/>
                        </a:buClr>
                        <a:buSzTx/>
                        <a:buFont typeface="Courier New" panose="02070309020205020404" pitchFamily="49" charset="0"/>
                        <a:buNone/>
                        <a:tabLst/>
                        <a:defRPr/>
                      </a:pPr>
                      <a:endParaRPr lang="en-US" sz="1400" b="1" kern="1200">
                        <a:solidFill>
                          <a:srgbClr val="FFC000"/>
                        </a:solidFill>
                        <a:latin typeface="+mn-lt"/>
                        <a:ea typeface="+mn-ea"/>
                        <a:cs typeface="+mn-cs"/>
                      </a:endParaRPr>
                    </a:p>
                    <a:p>
                      <a:pPr marL="0" marR="0" lvl="1" indent="0" algn="l" rtl="0" eaLnBrk="1" fontAlgn="auto" latinLnBrk="0" hangingPunct="1">
                        <a:lnSpc>
                          <a:spcPct val="100000"/>
                        </a:lnSpc>
                        <a:spcBef>
                          <a:spcPts val="0"/>
                        </a:spcBef>
                        <a:spcAft>
                          <a:spcPts val="0"/>
                        </a:spcAft>
                        <a:buClr>
                          <a:srgbClr val="F0AB00"/>
                        </a:buClr>
                        <a:buSzTx/>
                        <a:buFont typeface="Courier New" panose="02070309020205020404" pitchFamily="49" charset="0"/>
                        <a:buNone/>
                      </a:pPr>
                      <a:endParaRPr lang="en-US" sz="900" kern="1200">
                        <a:solidFill>
                          <a:schemeClr val="tx1"/>
                        </a:solidFill>
                        <a:latin typeface="+mn-lt"/>
                        <a:ea typeface="+mn-ea"/>
                        <a:cs typeface="+mn-cs"/>
                      </a:endParaRPr>
                    </a:p>
                    <a:p>
                      <a:pPr marL="182563" marR="0" lvl="1" indent="-182563" algn="l" rtl="0" eaLnBrk="1" fontAlgn="auto" latinLnBrk="0" hangingPunct="1">
                        <a:lnSpc>
                          <a:spcPct val="100000"/>
                        </a:lnSpc>
                        <a:spcBef>
                          <a:spcPts val="0"/>
                        </a:spcBef>
                        <a:spcAft>
                          <a:spcPts val="0"/>
                        </a:spcAft>
                        <a:buClr>
                          <a:srgbClr val="F0AB00"/>
                        </a:buClr>
                        <a:buSzTx/>
                        <a:buFont typeface="Courier New" panose="02070309020205020404" pitchFamily="49" charset="0"/>
                        <a:buChar char="o"/>
                      </a:pPr>
                      <a:endParaRPr lang="en-US" sz="900" kern="1200">
                        <a:solidFill>
                          <a:schemeClr val="tx1"/>
                        </a:solidFill>
                        <a:latin typeface="+mn-lt"/>
                        <a:ea typeface="+mn-ea"/>
                        <a:cs typeface="+mn-cs"/>
                      </a:endParaRPr>
                    </a:p>
                  </a:txBody>
                  <a:tcPr marL="121948" marR="121948" marT="60974" marB="6097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5" name="Title 1">
            <a:extLst>
              <a:ext uri="{FF2B5EF4-FFF2-40B4-BE49-F238E27FC236}">
                <a16:creationId xmlns:a16="http://schemas.microsoft.com/office/drawing/2014/main" id="{078F90EC-2703-B0F7-53EE-C7994E118A93}"/>
              </a:ext>
            </a:extLst>
          </p:cNvPr>
          <p:cNvSpPr txBox="1">
            <a:spLocks/>
          </p:cNvSpPr>
          <p:nvPr/>
        </p:nvSpPr>
        <p:spPr bwMode="black">
          <a:xfrm>
            <a:off x="255650" y="298246"/>
            <a:ext cx="11542528" cy="369332"/>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1" kern="1200" baseline="0">
                <a:solidFill>
                  <a:schemeClr val="tx1"/>
                </a:solidFill>
                <a:latin typeface="+mj-lt"/>
                <a:ea typeface="+mj-ea"/>
                <a:cs typeface="+mj-cs"/>
              </a:defRPr>
            </a:lvl1pPr>
          </a:lstStyle>
          <a:p>
            <a:r>
              <a:rPr lang="en-US"/>
              <a:t>Fit Gap |</a:t>
            </a:r>
            <a:r>
              <a:rPr lang="en-US" dirty="0">
                <a:solidFill>
                  <a:schemeClr val="accent3"/>
                </a:solidFill>
              </a:rPr>
              <a:t> </a:t>
            </a:r>
            <a:r>
              <a:rPr lang="en-US" dirty="0">
                <a:solidFill>
                  <a:schemeClr val="accent1"/>
                </a:solidFill>
              </a:rPr>
              <a:t>Custom Code</a:t>
            </a:r>
          </a:p>
        </p:txBody>
      </p:sp>
      <p:graphicFrame>
        <p:nvGraphicFramePr>
          <p:cNvPr id="6" name="Table 5">
            <a:extLst>
              <a:ext uri="{FF2B5EF4-FFF2-40B4-BE49-F238E27FC236}">
                <a16:creationId xmlns:a16="http://schemas.microsoft.com/office/drawing/2014/main" id="{51F8F200-88FA-A3A5-5F4A-A9970A76B6C5}"/>
              </a:ext>
            </a:extLst>
          </p:cNvPr>
          <p:cNvGraphicFramePr>
            <a:graphicFrameLocks noGrp="1"/>
          </p:cNvGraphicFramePr>
          <p:nvPr>
            <p:extLst>
              <p:ext uri="{D42A27DB-BD31-4B8C-83A1-F6EECF244321}">
                <p14:modId xmlns:p14="http://schemas.microsoft.com/office/powerpoint/2010/main" val="4044852564"/>
              </p:ext>
            </p:extLst>
          </p:nvPr>
        </p:nvGraphicFramePr>
        <p:xfrm>
          <a:off x="412216" y="3072045"/>
          <a:ext cx="8233264" cy="3394930"/>
        </p:xfrm>
        <a:graphic>
          <a:graphicData uri="http://schemas.openxmlformats.org/drawingml/2006/table">
            <a:tbl>
              <a:tblPr firstRow="1" bandRow="1">
                <a:tableStyleId>{2D5ABB26-0587-4C30-8999-92F81FD0307C}</a:tableStyleId>
              </a:tblPr>
              <a:tblGrid>
                <a:gridCol w="1346002">
                  <a:extLst>
                    <a:ext uri="{9D8B030D-6E8A-4147-A177-3AD203B41FA5}">
                      <a16:colId xmlns:a16="http://schemas.microsoft.com/office/drawing/2014/main" val="3310318305"/>
                    </a:ext>
                  </a:extLst>
                </a:gridCol>
                <a:gridCol w="3608018">
                  <a:extLst>
                    <a:ext uri="{9D8B030D-6E8A-4147-A177-3AD203B41FA5}">
                      <a16:colId xmlns:a16="http://schemas.microsoft.com/office/drawing/2014/main" val="3128999538"/>
                    </a:ext>
                  </a:extLst>
                </a:gridCol>
                <a:gridCol w="3279244">
                  <a:extLst>
                    <a:ext uri="{9D8B030D-6E8A-4147-A177-3AD203B41FA5}">
                      <a16:colId xmlns:a16="http://schemas.microsoft.com/office/drawing/2014/main" val="4176541257"/>
                    </a:ext>
                  </a:extLst>
                </a:gridCol>
              </a:tblGrid>
              <a:tr h="410084">
                <a:tc>
                  <a:txBody>
                    <a:bodyPr/>
                    <a:lstStyle/>
                    <a:p>
                      <a:pPr algn="l" fontAlgn="b">
                        <a:buNone/>
                      </a:pPr>
                      <a:r>
                        <a:rPr lang="en-IN" sz="1800" b="1" i="0" u="none" strike="noStrike">
                          <a:solidFill>
                            <a:srgbClr val="000000"/>
                          </a:solidFill>
                          <a:effectLst/>
                          <a:latin typeface="Calibri"/>
                        </a:rPr>
                        <a:t>Object Type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buNone/>
                      </a:pPr>
                      <a:r>
                        <a:rPr lang="en-IN" sz="1800" b="1" i="0" u="none" strike="noStrike">
                          <a:solidFill>
                            <a:srgbClr val="000000"/>
                          </a:solidFill>
                          <a:effectLst/>
                          <a:latin typeface="Calibri"/>
                        </a:rPr>
                        <a:t>Object Type Definition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fontAlgn="b">
                        <a:buNone/>
                      </a:pPr>
                      <a:r>
                        <a:rPr lang="en-IN" sz="1800" b="1" i="0" u="none" strike="noStrike">
                          <a:solidFill>
                            <a:srgbClr val="000000"/>
                          </a:solidFill>
                          <a:effectLst/>
                          <a:latin typeface="Calibri"/>
                        </a:rPr>
                        <a:t>Count of Object Type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13283843"/>
                  </a:ext>
                </a:extLst>
              </a:tr>
              <a:tr h="251806">
                <a:tc>
                  <a:txBody>
                    <a:bodyPr/>
                    <a:lstStyle/>
                    <a:p>
                      <a:pPr algn="l" fontAlgn="b">
                        <a:buNone/>
                      </a:pPr>
                      <a:r>
                        <a:rPr lang="en-IN" sz="1100" b="0" i="0" u="none" strike="noStrike">
                          <a:solidFill>
                            <a:srgbClr val="000000"/>
                          </a:solidFill>
                          <a:effectLst/>
                          <a:latin typeface="Calibri" panose="020F0502020204030204" pitchFamily="34" charset="0"/>
                        </a:rPr>
                        <a:t>AQQU</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b="0" i="0" u="none" strike="noStrike">
                          <a:solidFill>
                            <a:srgbClr val="000000"/>
                          </a:solidFill>
                          <a:effectLst/>
                          <a:latin typeface="Calibri" panose="020F0502020204030204" pitchFamily="34" charset="0"/>
                        </a:rPr>
                        <a:t>SAP Query user group (defines a user group for SAP Query reporting).</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0"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9321722"/>
                  </a:ext>
                </a:extLst>
              </a:tr>
              <a:tr h="251806">
                <a:tc>
                  <a:txBody>
                    <a:bodyPr/>
                    <a:lstStyle/>
                    <a:p>
                      <a:pPr algn="l" fontAlgn="b">
                        <a:buNone/>
                      </a:pPr>
                      <a:r>
                        <a:rPr lang="en-IN" sz="1100" b="0" i="0" u="none" strike="noStrike">
                          <a:solidFill>
                            <a:srgbClr val="000000"/>
                          </a:solidFill>
                          <a:effectLst/>
                          <a:latin typeface="Calibri" panose="020F0502020204030204" pitchFamily="34" charset="0"/>
                        </a:rPr>
                        <a:t>AQSG</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b="0" i="0" u="none" strike="noStrike" dirty="0">
                          <a:solidFill>
                            <a:srgbClr val="000000"/>
                          </a:solidFill>
                          <a:effectLst/>
                          <a:latin typeface="Calibri"/>
                        </a:rPr>
                        <a:t>SAP Query user group assignment (assigns users to a SAP Query user group).</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0"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9051061"/>
                  </a:ext>
                </a:extLst>
              </a:tr>
              <a:tr h="251806">
                <a:tc>
                  <a:txBody>
                    <a:bodyPr/>
                    <a:lstStyle/>
                    <a:p>
                      <a:pPr algn="l" fontAlgn="b">
                        <a:buNone/>
                      </a:pPr>
                      <a:r>
                        <a:rPr lang="en-IN" sz="1100" b="0" i="0" u="none" strike="noStrike">
                          <a:solidFill>
                            <a:srgbClr val="000000"/>
                          </a:solidFill>
                          <a:effectLst/>
                          <a:latin typeface="Calibri" panose="020F0502020204030204" pitchFamily="34" charset="0"/>
                        </a:rPr>
                        <a:t>CLAS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b="0" i="0" u="none" strike="noStrike">
                          <a:solidFill>
                            <a:srgbClr val="000000"/>
                          </a:solidFill>
                          <a:effectLst/>
                          <a:latin typeface="Calibri" panose="020F0502020204030204" pitchFamily="34" charset="0"/>
                        </a:rPr>
                        <a:t>ABAP Class (global class definition in Class Builder – SE24).</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0"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646814"/>
                  </a:ext>
                </a:extLst>
              </a:tr>
              <a:tr h="251806">
                <a:tc>
                  <a:txBody>
                    <a:bodyPr/>
                    <a:lstStyle/>
                    <a:p>
                      <a:pPr algn="l" fontAlgn="b">
                        <a:buNone/>
                      </a:pPr>
                      <a:r>
                        <a:rPr lang="en-IN" sz="1100" b="0" i="0" u="none" strike="noStrike">
                          <a:solidFill>
                            <a:srgbClr val="000000"/>
                          </a:solidFill>
                          <a:effectLst/>
                          <a:latin typeface="Calibri" panose="020F0502020204030204" pitchFamily="34" charset="0"/>
                        </a:rPr>
                        <a:t>FUGR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b="0" i="0" u="none" strike="noStrike">
                          <a:solidFill>
                            <a:srgbClr val="000000"/>
                          </a:solidFill>
                          <a:effectLst/>
                          <a:latin typeface="Calibri" panose="020F0502020204030204" pitchFamily="34" charset="0"/>
                        </a:rPr>
                        <a:t>Function Group (container program that holds related function modules and includes).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0"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8704603"/>
                  </a:ext>
                </a:extLst>
              </a:tr>
              <a:tr h="287778">
                <a:tc>
                  <a:txBody>
                    <a:bodyPr/>
                    <a:lstStyle/>
                    <a:p>
                      <a:pPr algn="l" fontAlgn="b">
                        <a:buNone/>
                      </a:pPr>
                      <a:r>
                        <a:rPr lang="en-IN" sz="1100" b="0" i="0" u="none" strike="noStrike">
                          <a:solidFill>
                            <a:srgbClr val="000000"/>
                          </a:solidFill>
                          <a:effectLst/>
                          <a:latin typeface="Calibri" panose="020F0502020204030204" pitchFamily="34" charset="0"/>
                        </a:rPr>
                        <a:t>FUGS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b="0" i="0" u="none" strike="noStrike">
                          <a:solidFill>
                            <a:srgbClr val="000000"/>
                          </a:solidFill>
                          <a:effectLst/>
                          <a:latin typeface="Calibri" panose="020F0502020204030204" pitchFamily="34" charset="0"/>
                        </a:rPr>
                        <a:t>Function Group Include (include program belonging to a function group, e.g., TOP include, UXX include).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0"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192035"/>
                  </a:ext>
                </a:extLst>
              </a:tr>
              <a:tr h="251806">
                <a:tc>
                  <a:txBody>
                    <a:bodyPr/>
                    <a:lstStyle/>
                    <a:p>
                      <a:pPr algn="l" fontAlgn="b">
                        <a:buNone/>
                      </a:pPr>
                      <a:r>
                        <a:rPr lang="en-IN" sz="1100" b="0" i="0" u="none" strike="noStrike">
                          <a:solidFill>
                            <a:srgbClr val="000000"/>
                          </a:solidFill>
                          <a:effectLst/>
                          <a:latin typeface="Calibri" panose="020F0502020204030204" pitchFamily="34" charset="0"/>
                        </a:rPr>
                        <a:t>FUGX</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b="0" i="0" u="none" strike="noStrike">
                          <a:solidFill>
                            <a:srgbClr val="000000"/>
                          </a:solidFill>
                          <a:effectLst/>
                          <a:latin typeface="Calibri" panose="020F0502020204030204" pitchFamily="34" charset="0"/>
                        </a:rPr>
                        <a:t>Function Module (individual function module within a function group).</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0"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226149"/>
                  </a:ext>
                </a:extLst>
              </a:tr>
              <a:tr h="251806">
                <a:tc>
                  <a:txBody>
                    <a:bodyPr/>
                    <a:lstStyle/>
                    <a:p>
                      <a:pPr algn="l" fontAlgn="b">
                        <a:buNone/>
                      </a:pPr>
                      <a:r>
                        <a:rPr lang="en-IN" sz="1100" b="0" i="0" u="none" strike="noStrike">
                          <a:solidFill>
                            <a:srgbClr val="000000"/>
                          </a:solidFill>
                          <a:effectLst/>
                          <a:latin typeface="Calibri" panose="020F0502020204030204" pitchFamily="34" charset="0"/>
                        </a:rPr>
                        <a:t>PROG</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b="0" i="0" u="none" strike="noStrike">
                          <a:solidFill>
                            <a:srgbClr val="000000"/>
                          </a:solidFill>
                          <a:effectLst/>
                          <a:latin typeface="Calibri" panose="020F0502020204030204" pitchFamily="34" charset="0"/>
                        </a:rPr>
                        <a:t>ABAP Program (executable program, report, module pool, or include).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0"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4581386"/>
                  </a:ext>
                </a:extLst>
              </a:tr>
              <a:tr h="251806">
                <a:tc>
                  <a:txBody>
                    <a:bodyPr/>
                    <a:lstStyle/>
                    <a:p>
                      <a:pPr algn="l" fontAlgn="b">
                        <a:buNone/>
                      </a:pPr>
                      <a:r>
                        <a:rPr lang="en-IN" sz="1100" b="0" i="0" u="none" strike="noStrike">
                          <a:solidFill>
                            <a:srgbClr val="000000"/>
                          </a:solidFill>
                          <a:effectLst/>
                          <a:latin typeface="Calibri" panose="020F0502020204030204" pitchFamily="34" charset="0"/>
                        </a:rPr>
                        <a:t>TABL</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100" b="0" i="0" u="none" strike="noStrike">
                          <a:solidFill>
                            <a:srgbClr val="000000"/>
                          </a:solidFill>
                          <a:effectLst/>
                          <a:latin typeface="Calibri" panose="020F0502020204030204" pitchFamily="34" charset="0"/>
                        </a:rPr>
                        <a:t>Dictionary Table (transparent, pooled, or cluster table definition in ABAP Dictionary).</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0"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0168344"/>
                  </a:ext>
                </a:extLst>
              </a:tr>
              <a:tr h="251806">
                <a:tc gridSpan="2">
                  <a:txBody>
                    <a:bodyPr/>
                    <a:lstStyle/>
                    <a:p>
                      <a:pPr algn="l" fontAlgn="b">
                        <a:buNone/>
                      </a:pPr>
                      <a:r>
                        <a:rPr lang="en-IN" sz="1100" b="1" i="0" u="none" strike="noStrike">
                          <a:solidFill>
                            <a:srgbClr val="000000"/>
                          </a:solidFill>
                          <a:effectLst/>
                          <a:latin typeface="Calibri" panose="020F0502020204030204" pitchFamily="34" charset="0"/>
                        </a:rPr>
                        <a:t>Grand Total</a:t>
                      </a:r>
                    </a:p>
                    <a:p>
                      <a:pPr algn="l" fontAlgn="b">
                        <a:buNone/>
                      </a:pPr>
                      <a:endParaRPr lang="en-IN" sz="1100" b="1"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endParaRPr lang="en-IN" sz="1100" b="1" i="0" u="none" strike="noStrike" dirty="0">
                        <a:solidFill>
                          <a:srgbClr val="00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73952367"/>
                  </a:ext>
                </a:extLst>
              </a:tr>
            </a:tbl>
          </a:graphicData>
        </a:graphic>
      </p:graphicFrame>
    </p:spTree>
    <p:extLst>
      <p:ext uri="{BB962C8B-B14F-4D97-AF65-F5344CB8AC3E}">
        <p14:creationId xmlns:p14="http://schemas.microsoft.com/office/powerpoint/2010/main" val="3139722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80866F29-C935-E40F-915A-0232399391DA}"/>
              </a:ext>
            </a:extLst>
          </p:cNvPr>
          <p:cNvSpPr>
            <a:spLocks noGrp="1"/>
          </p:cNvSpPr>
          <p:nvPr/>
        </p:nvSpPr>
        <p:spPr bwMode="black">
          <a:xfrm>
            <a:off x="539930" y="1002512"/>
            <a:ext cx="10354471" cy="5462455"/>
          </a:xfrm>
          <a:prstGeom prst="rect">
            <a:avLst/>
          </a:prstGeom>
          <a:ln>
            <a:noFill/>
          </a:ln>
        </p:spPr>
        <p:txBody>
          <a:bodyPr vert="horz" lIns="0" tIns="0" rIns="0" bIns="0" rtlCol="0">
            <a:norm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2" indent="0">
              <a:lnSpc>
                <a:spcPct val="130000"/>
              </a:lnSpc>
              <a:buNone/>
            </a:pPr>
            <a:r>
              <a:rPr lang="en-US" sz="800" b="1">
                <a:latin typeface="Calibri" panose="020F0502020204030204" pitchFamily="34" charset="0"/>
                <a:ea typeface="Calibri" panose="020F0502020204030204" pitchFamily="34" charset="0"/>
                <a:cs typeface="Calibri" panose="020F0502020204030204" pitchFamily="34" charset="0"/>
              </a:rPr>
              <a:t>Additional Assumptions for Fit Gap developments </a:t>
            </a:r>
          </a:p>
          <a:p>
            <a:pPr marL="171450" lvl="2" indent="-171450">
              <a:lnSpc>
                <a:spcPct val="110000"/>
              </a:lnSpc>
            </a:pPr>
            <a:r>
              <a:rPr lang="en-US" sz="600">
                <a:latin typeface="Calibri" panose="020F0502020204030204" pitchFamily="34" charset="0"/>
                <a:ea typeface="Calibri" panose="020F0502020204030204" pitchFamily="34" charset="0"/>
                <a:cs typeface="Calibri" panose="020F0502020204030204" pitchFamily="34" charset="0"/>
              </a:rPr>
              <a:t>Included in this scope are </a:t>
            </a:r>
            <a:r>
              <a:rPr lang="en-US" sz="600">
                <a:highlight>
                  <a:srgbClr val="FFFF00"/>
                </a:highlight>
                <a:latin typeface="Calibri" panose="020F0502020204030204" pitchFamily="34" charset="0"/>
                <a:ea typeface="Calibri" panose="020F0502020204030204" pitchFamily="34" charset="0"/>
                <a:cs typeface="Calibri" panose="020F0502020204030204" pitchFamily="34" charset="0"/>
              </a:rPr>
              <a:t>XX</a:t>
            </a:r>
            <a:r>
              <a:rPr lang="en-US" sz="600">
                <a:latin typeface="Calibri" panose="020F0502020204030204" pitchFamily="34" charset="0"/>
                <a:ea typeface="Calibri" panose="020F0502020204030204" pitchFamily="34" charset="0"/>
                <a:cs typeface="Calibri" panose="020F0502020204030204" pitchFamily="34" charset="0"/>
              </a:rPr>
              <a:t> WRICEF’s with the complexity defined below:</a:t>
            </a:r>
          </a:p>
          <a:p>
            <a:pPr marL="181117" lvl="3" indent="0">
              <a:lnSpc>
                <a:spcPct val="110000"/>
              </a:lnSpc>
              <a:buNone/>
            </a:pPr>
            <a:r>
              <a:rPr lang="en-US" sz="600">
                <a:latin typeface="Calibri" panose="020F0502020204030204" pitchFamily="34" charset="0"/>
                <a:ea typeface="Calibri" panose="020F0502020204030204" pitchFamily="34" charset="0"/>
                <a:cs typeface="Calibri" panose="020F0502020204030204" pitchFamily="34" charset="0"/>
              </a:rPr>
              <a:t>Complexity mix of WRICEFs is defined as:</a:t>
            </a:r>
          </a:p>
          <a:p>
            <a:pPr marL="181117" lvl="3" indent="0">
              <a:lnSpc>
                <a:spcPct val="110000"/>
              </a:lnSpc>
              <a:buNone/>
            </a:pPr>
            <a:r>
              <a:rPr lang="en-US" sz="600">
                <a:latin typeface="Calibri" panose="020F0502020204030204" pitchFamily="34" charset="0"/>
                <a:ea typeface="Calibri" panose="020F0502020204030204" pitchFamily="34" charset="0"/>
                <a:cs typeface="Calibri" panose="020F0502020204030204" pitchFamily="34" charset="0"/>
              </a:rPr>
              <a:t>High – </a:t>
            </a:r>
            <a:r>
              <a:rPr lang="en-US" sz="600">
                <a:highlight>
                  <a:srgbClr val="FFFF00"/>
                </a:highlight>
                <a:latin typeface="Calibri" panose="020F0502020204030204" pitchFamily="34" charset="0"/>
                <a:ea typeface="Calibri" panose="020F0502020204030204" pitchFamily="34" charset="0"/>
                <a:cs typeface="Calibri" panose="020F0502020204030204" pitchFamily="34" charset="0"/>
              </a:rPr>
              <a:t>XX</a:t>
            </a:r>
          </a:p>
          <a:p>
            <a:pPr marL="181117" lvl="3" indent="0">
              <a:lnSpc>
                <a:spcPct val="110000"/>
              </a:lnSpc>
              <a:buNone/>
            </a:pPr>
            <a:r>
              <a:rPr lang="en-US" sz="600">
                <a:latin typeface="Calibri" panose="020F0502020204030204" pitchFamily="34" charset="0"/>
                <a:ea typeface="Calibri" panose="020F0502020204030204" pitchFamily="34" charset="0"/>
                <a:cs typeface="Calibri" panose="020F0502020204030204" pitchFamily="34" charset="0"/>
              </a:rPr>
              <a:t>Medium – </a:t>
            </a:r>
            <a:r>
              <a:rPr lang="en-US" sz="600">
                <a:highlight>
                  <a:srgbClr val="FFFF00"/>
                </a:highlight>
                <a:latin typeface="Calibri" panose="020F0502020204030204" pitchFamily="34" charset="0"/>
                <a:ea typeface="Calibri" panose="020F0502020204030204" pitchFamily="34" charset="0"/>
                <a:cs typeface="Calibri" panose="020F0502020204030204" pitchFamily="34" charset="0"/>
              </a:rPr>
              <a:t>XX</a:t>
            </a:r>
          </a:p>
          <a:p>
            <a:pPr marL="181117" lvl="3" indent="0">
              <a:lnSpc>
                <a:spcPct val="110000"/>
              </a:lnSpc>
              <a:buNone/>
            </a:pPr>
            <a:r>
              <a:rPr lang="en-US" sz="600">
                <a:latin typeface="Calibri" panose="020F0502020204030204" pitchFamily="34" charset="0"/>
                <a:ea typeface="Calibri" panose="020F0502020204030204" pitchFamily="34" charset="0"/>
                <a:cs typeface="Calibri" panose="020F0502020204030204" pitchFamily="34" charset="0"/>
              </a:rPr>
              <a:t>Low – </a:t>
            </a:r>
            <a:r>
              <a:rPr lang="en-US" sz="600">
                <a:highlight>
                  <a:srgbClr val="FFFF00"/>
                </a:highlight>
                <a:latin typeface="Calibri" panose="020F0502020204030204" pitchFamily="34" charset="0"/>
                <a:ea typeface="Calibri" panose="020F0502020204030204" pitchFamily="34" charset="0"/>
                <a:cs typeface="Calibri" panose="020F0502020204030204" pitchFamily="34" charset="0"/>
              </a:rPr>
              <a:t>XX</a:t>
            </a:r>
          </a:p>
          <a:p>
            <a:pPr marL="181117" lvl="3" indent="0">
              <a:lnSpc>
                <a:spcPct val="110000"/>
              </a:lnSpc>
              <a:buNone/>
            </a:pPr>
            <a:r>
              <a:rPr lang="en-US" sz="400">
                <a:latin typeface="Calibri" panose="020F0502020204030204" pitchFamily="34" charset="0"/>
                <a:ea typeface="Calibri" panose="020F0502020204030204" pitchFamily="34" charset="0"/>
                <a:cs typeface="Calibri" panose="020F0502020204030204" pitchFamily="34" charset="0"/>
              </a:rPr>
              <a:t> </a:t>
            </a:r>
          </a:p>
          <a:p>
            <a:pPr marL="171450" lvl="2" indent="-171450">
              <a:lnSpc>
                <a:spcPct val="110000"/>
              </a:lnSpc>
            </a:pPr>
            <a:r>
              <a:rPr lang="en-US" sz="600">
                <a:latin typeface="Calibri" panose="020F0502020204030204" pitchFamily="34" charset="0"/>
                <a:ea typeface="Calibri" panose="020F0502020204030204" pitchFamily="34" charset="0"/>
                <a:cs typeface="Calibri" panose="020F0502020204030204" pitchFamily="34" charset="0"/>
              </a:rPr>
              <a:t>After the Functional Specifications are finalized, SAP will re-review their complexity/type and provide updated effort estimates if needed</a:t>
            </a:r>
          </a:p>
          <a:p>
            <a:pPr marL="171450" lvl="2" indent="-171450">
              <a:lnSpc>
                <a:spcPct val="110000"/>
              </a:lnSpc>
            </a:pPr>
            <a:r>
              <a:rPr lang="en-US" sz="600">
                <a:latin typeface="Calibri" panose="020F0502020204030204" pitchFamily="34" charset="0"/>
                <a:ea typeface="Calibri" panose="020F0502020204030204" pitchFamily="34" charset="0"/>
                <a:cs typeface="Calibri" panose="020F0502020204030204" pitchFamily="34" charset="0"/>
              </a:rPr>
              <a:t>Given efforts are based on the SAP Factory Processes and Framework, where it is assumed that the approved and complete Functional Specifications are available before the start of development process</a:t>
            </a:r>
          </a:p>
          <a:p>
            <a:pPr marL="171450" lvl="2" indent="-171450">
              <a:lnSpc>
                <a:spcPct val="110000"/>
              </a:lnSpc>
            </a:pPr>
            <a:r>
              <a:rPr lang="en-US" sz="600">
                <a:latin typeface="Calibri" panose="020F0502020204030204" pitchFamily="34" charset="0"/>
                <a:ea typeface="Calibri" panose="020F0502020204030204" pitchFamily="34" charset="0"/>
                <a:cs typeface="Calibri" panose="020F0502020204030204" pitchFamily="34" charset="0"/>
              </a:rPr>
              <a:t>All developments will be designed in alignment with Clean Core guidelines, wherever feasible.</a:t>
            </a:r>
          </a:p>
          <a:p>
            <a:pPr marL="171450" lvl="2" indent="-171450">
              <a:lnSpc>
                <a:spcPct val="110000"/>
              </a:lnSpc>
            </a:pPr>
            <a:r>
              <a:rPr lang="en-US" sz="600">
                <a:latin typeface="Calibri" panose="020F0502020204030204" pitchFamily="34" charset="0"/>
                <a:ea typeface="Calibri" panose="020F0502020204030204" pitchFamily="34" charset="0"/>
                <a:cs typeface="Calibri" panose="020F0502020204030204" pitchFamily="34" charset="0"/>
              </a:rPr>
              <a:t>Any new fit-gap items identified beyond the </a:t>
            </a:r>
            <a:r>
              <a:rPr lang="en-US" sz="600">
                <a:highlight>
                  <a:srgbClr val="FFFF00"/>
                </a:highlight>
                <a:latin typeface="Calibri" panose="020F0502020204030204" pitchFamily="34" charset="0"/>
                <a:ea typeface="Calibri" panose="020F0502020204030204" pitchFamily="34" charset="0"/>
                <a:cs typeface="Calibri" panose="020F0502020204030204" pitchFamily="34" charset="0"/>
              </a:rPr>
              <a:t>XX</a:t>
            </a:r>
            <a:r>
              <a:rPr lang="en-US" sz="600">
                <a:latin typeface="Calibri" panose="020F0502020204030204" pitchFamily="34" charset="0"/>
                <a:ea typeface="Calibri" panose="020F0502020204030204" pitchFamily="34" charset="0"/>
                <a:cs typeface="Calibri" panose="020F0502020204030204" pitchFamily="34" charset="0"/>
              </a:rPr>
              <a:t> bucketed objects, including development work required to replicate functionality not supported in S/4HANA, are excluded from the current scope and will be addressed separately through a formal Change Request (CR) process. </a:t>
            </a:r>
          </a:p>
          <a:p>
            <a:pPr marL="171450" lvl="2" indent="-171450">
              <a:lnSpc>
                <a:spcPct val="110000"/>
              </a:lnSpc>
            </a:pPr>
            <a:r>
              <a:rPr lang="en-US" sz="600">
                <a:latin typeface="Calibri" panose="020F0502020204030204" pitchFamily="34" charset="0"/>
                <a:ea typeface="Calibri" panose="020F0502020204030204" pitchFamily="34" charset="0"/>
                <a:cs typeface="Calibri" panose="020F0502020204030204" pitchFamily="34" charset="0"/>
              </a:rPr>
              <a:t>Effort estimates have been prepared based on the assumption that SAP J4D capabilities are available. If J4D capabilities are not available, the estimates will need to be reassessed and recalculated.</a:t>
            </a:r>
          </a:p>
          <a:p>
            <a:pPr marL="171450" lvl="2" indent="-171450">
              <a:lnSpc>
                <a:spcPct val="110000"/>
              </a:lnSpc>
            </a:pPr>
            <a:r>
              <a:rPr lang="en-US" sz="600">
                <a:latin typeface="Calibri" panose="020F0502020204030204" pitchFamily="34" charset="0"/>
                <a:ea typeface="Calibri" panose="020F0502020204030204" pitchFamily="34" charset="0"/>
                <a:cs typeface="Calibri" panose="020F0502020204030204" pitchFamily="34" charset="0"/>
              </a:rPr>
              <a:t>SAP AI capabilities are version-dependent, and applicable features will be utilized based on system availability.</a:t>
            </a:r>
          </a:p>
          <a:p>
            <a:pPr marL="0" lvl="2" indent="0">
              <a:lnSpc>
                <a:spcPct val="130000"/>
              </a:lnSpc>
              <a:buNone/>
            </a:pPr>
            <a:endParaRPr lang="en-US" sz="800" b="1">
              <a:latin typeface="Calibri" panose="020F0502020204030204" pitchFamily="34" charset="0"/>
              <a:ea typeface="Calibri" panose="020F0502020204030204" pitchFamily="34" charset="0"/>
              <a:cs typeface="Calibri" panose="020F0502020204030204" pitchFamily="34" charset="0"/>
            </a:endParaRPr>
          </a:p>
          <a:p>
            <a:pPr marL="0" lvl="2" indent="0">
              <a:lnSpc>
                <a:spcPct val="130000"/>
              </a:lnSpc>
              <a:buNone/>
            </a:pPr>
            <a:endParaRPr lang="en-US" sz="800" b="1">
              <a:latin typeface="Calibri" panose="020F0502020204030204" pitchFamily="34" charset="0"/>
              <a:ea typeface="Calibri" panose="020F0502020204030204" pitchFamily="34" charset="0"/>
              <a:cs typeface="Calibri" panose="020F0502020204030204" pitchFamily="34" charset="0"/>
            </a:endParaRPr>
          </a:p>
          <a:p>
            <a:pPr marL="0" lvl="2" indent="0">
              <a:lnSpc>
                <a:spcPct val="130000"/>
              </a:lnSpc>
              <a:buNone/>
            </a:pPr>
            <a:endParaRPr lang="en-US" sz="800" b="1">
              <a:latin typeface="Calibri" panose="020F0502020204030204" pitchFamily="34" charset="0"/>
              <a:ea typeface="Calibri" panose="020F0502020204030204" pitchFamily="34" charset="0"/>
              <a:cs typeface="Calibri" panose="020F0502020204030204" pitchFamily="34" charset="0"/>
            </a:endParaRPr>
          </a:p>
          <a:p>
            <a:pPr marL="0" lvl="2" indent="0">
              <a:lnSpc>
                <a:spcPct val="130000"/>
              </a:lnSpc>
              <a:buNone/>
            </a:pPr>
            <a:endParaRPr lang="en-US" sz="800" b="1">
              <a:latin typeface="Calibri" panose="020F0502020204030204" pitchFamily="34" charset="0"/>
              <a:ea typeface="Calibri" panose="020F0502020204030204" pitchFamily="34" charset="0"/>
              <a:cs typeface="Calibri" panose="020F0502020204030204" pitchFamily="34" charset="0"/>
            </a:endParaRPr>
          </a:p>
          <a:p>
            <a:pPr marL="0" lvl="2" indent="0">
              <a:lnSpc>
                <a:spcPct val="130000"/>
              </a:lnSpc>
              <a:buNone/>
            </a:pPr>
            <a:endParaRPr lang="en-US" sz="800">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
        <p:nvSpPr>
          <p:cNvPr id="5" name="Title 2">
            <a:extLst>
              <a:ext uri="{FF2B5EF4-FFF2-40B4-BE49-F238E27FC236}">
                <a16:creationId xmlns:a16="http://schemas.microsoft.com/office/drawing/2014/main" id="{CC248946-E165-F87E-81A0-3D447494678D}"/>
              </a:ext>
            </a:extLst>
          </p:cNvPr>
          <p:cNvSpPr>
            <a:spLocks noGrp="1"/>
          </p:cNvSpPr>
          <p:nvPr/>
        </p:nvSpPr>
        <p:spPr bwMode="gray">
          <a:xfrm>
            <a:off x="539930" y="393032"/>
            <a:ext cx="11115315" cy="561474"/>
          </a:xfrm>
          <a:prstGeom prst="rect">
            <a:avLst/>
          </a:prstGeom>
        </p:spPr>
        <p:txBody>
          <a:bodyPr vert="horz" lIns="0" tIns="0" rIns="0" bIns="0" rtlCol="0" anchor="ctr" anchorCtr="0">
            <a:noAutofit/>
          </a:bodyPr>
          <a:lstStyle>
            <a:defPPr>
              <a:defRPr lang="de-DE"/>
            </a:defPPr>
            <a:lvl1pPr marL="0" algn="l" defTabSz="914400" rtl="0" eaLnBrk="1" latinLnBrk="0" hangingPunct="1">
              <a:spcBef>
                <a:spcPct val="0"/>
              </a:spcBef>
              <a:buNone/>
              <a:defRPr lang="de-DE" sz="2400" b="1" kern="1200">
                <a:solidFill>
                  <a:schemeClr val="accent2"/>
                </a:solidFill>
                <a:latin typeface="+mj-lt"/>
                <a:ea typeface="+mj-ea"/>
                <a:cs typeface="+mj-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a:lstStyle>
          <a:p>
            <a:pPr lvl="0" defTabSz="913852">
              <a:defRPr/>
            </a:pPr>
            <a:r>
              <a:rPr lang="en-US" sz="2800">
                <a:solidFill>
                  <a:schemeClr val="tx1"/>
                </a:solidFill>
              </a:rPr>
              <a:t>S/4HANA Conversion / Upgrade / HANA Migration </a:t>
            </a:r>
            <a:endParaRPr kumimoji="0" lang="en-US" sz="2800" b="0" i="0" u="none" strike="noStrike" kern="1200" cap="none" spc="0" normalizeH="0" baseline="0" noProof="0">
              <a:ln>
                <a:noFill/>
              </a:ln>
              <a:solidFill>
                <a:schemeClr val="tx1"/>
              </a:solidFill>
              <a:effectLst/>
              <a:uLnTx/>
              <a:uFillTx/>
              <a:latin typeface="BentonSans Regular" pitchFamily="2" charset="0"/>
            </a:endParaRPr>
          </a:p>
        </p:txBody>
      </p:sp>
    </p:spTree>
    <p:extLst>
      <p:ext uri="{BB962C8B-B14F-4D97-AF65-F5344CB8AC3E}">
        <p14:creationId xmlns:p14="http://schemas.microsoft.com/office/powerpoint/2010/main" val="1886637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CFA5FB-3FFF-4200-958F-EE54B95DDD40}"/>
              </a:ext>
            </a:extLst>
          </p:cNvPr>
          <p:cNvSpPr txBox="1"/>
          <p:nvPr/>
        </p:nvSpPr>
        <p:spPr>
          <a:xfrm>
            <a:off x="504001" y="1022490"/>
            <a:ext cx="11186475" cy="4985980"/>
          </a:xfrm>
          <a:prstGeom prst="rect">
            <a:avLst/>
          </a:prstGeom>
          <a:noFill/>
        </p:spPr>
        <p:txBody>
          <a:bodyPr wrap="square" lIns="0" tIns="0" rIns="0" bIns="0" rtlCol="0">
            <a:spAutoFit/>
          </a:bodyPr>
          <a:lstStyle/>
          <a:p>
            <a:pPr marL="285750"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Review 98 custom code objects which are reported to have pre-existing issues. These pre-existing issues are of 2 types:-</a:t>
            </a:r>
          </a:p>
          <a:p>
            <a:pPr marL="830138" lvl="1"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With syntax error – means the custom code program has a pre-existing syntax error and can’t be activated in the current ECC system.</a:t>
            </a:r>
          </a:p>
          <a:p>
            <a:pPr marL="830138" lvl="1"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With inconsistent statements – means there is no syntax error in the custom code program, but there are some code lines which if executed will result in a short dump. Currently these issues might not be observed, as these inconsistent statements might be guarded with some conditional blocks which are never executed. In case the business team isn’t facing concerns in the productive environment, these can be ignored too.</a:t>
            </a:r>
          </a:p>
          <a:p>
            <a:pPr marL="830138" lvl="1"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Review 563 custom code objects which involves deprecated functionalities, for example:-</a:t>
            </a:r>
          </a:p>
          <a:p>
            <a:pPr marL="830138" lvl="1"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Credit management changes in FI/SD</a:t>
            </a:r>
          </a:p>
          <a:p>
            <a:pPr marL="830138" lvl="1" indent="-285750" fontAlgn="base">
              <a:spcBef>
                <a:spcPts val="400"/>
              </a:spcBef>
              <a:spcAft>
                <a:spcPct val="0"/>
              </a:spcAft>
              <a:buClr>
                <a:srgbClr val="0070F2"/>
              </a:buClr>
              <a:buSzPct val="80000"/>
              <a:buFont typeface="Wingdings" panose="05000000000000000000" pitchFamily="2" charset="2"/>
              <a:buChar char="Ø"/>
            </a:pPr>
            <a:r>
              <a:rPr lang="en-US" sz="1100" kern="0">
                <a:ea typeface="Arial Unicode MS" pitchFamily="34" charset="-128"/>
                <a:cs typeface="Arial Unicode MS" pitchFamily="34" charset="-128"/>
              </a:rPr>
              <a:t>GENERAL LEDGER: INCOMPATIBLE CHANGES IN S/4HANA COMPARED TO CLASSIC ERP RELEASES</a:t>
            </a:r>
            <a:endParaRPr lang="en-IN" sz="1100" kern="0">
              <a:ea typeface="Arial Unicode MS" pitchFamily="34" charset="-128"/>
              <a:cs typeface="Arial Unicode MS" pitchFamily="34" charset="-128"/>
            </a:endParaRPr>
          </a:p>
          <a:p>
            <a:pPr marL="830138" lvl="1"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Review 9246 clone programs :</a:t>
            </a:r>
          </a:p>
          <a:p>
            <a:pPr marL="830138" lvl="1"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A clone programs is a copy of standard SAP object.</a:t>
            </a:r>
          </a:p>
          <a:p>
            <a:pPr marL="830138" lvl="1" indent="-285750" fontAlgn="base">
              <a:spcBef>
                <a:spcPts val="400"/>
              </a:spcBef>
              <a:spcAft>
                <a:spcPct val="0"/>
              </a:spcAft>
              <a:buClr>
                <a:srgbClr val="0070F2"/>
              </a:buClr>
              <a:buSzPct val="80000"/>
              <a:buFont typeface="Wingdings" panose="05000000000000000000" pitchFamily="2" charset="2"/>
              <a:buChar char="Ø"/>
            </a:pPr>
            <a:r>
              <a:rPr lang="en-US" sz="1100" kern="0">
                <a:ea typeface="Arial Unicode MS" pitchFamily="34" charset="-128"/>
                <a:cs typeface="Arial Unicode MS" pitchFamily="34" charset="-128"/>
              </a:rPr>
              <a:t>Categories “Very Similar Source Code” and “Identical Source Code” are highlighted to the customer for which the SAP standard object can be adopted with any necessary enhancements done, based on the customization requirements.</a:t>
            </a:r>
          </a:p>
          <a:p>
            <a:pPr marL="830138" lvl="1" indent="-285750" fontAlgn="base">
              <a:spcBef>
                <a:spcPts val="400"/>
              </a:spcBef>
              <a:spcAft>
                <a:spcPct val="0"/>
              </a:spcAft>
              <a:buClr>
                <a:srgbClr val="0070F2"/>
              </a:buClr>
              <a:buSzPct val="80000"/>
              <a:buFont typeface="Wingdings" panose="05000000000000000000" pitchFamily="2" charset="2"/>
              <a:buChar char="Ø"/>
            </a:pPr>
            <a:r>
              <a:rPr lang="en-US" sz="1100" kern="0">
                <a:ea typeface="Arial Unicode MS" pitchFamily="34" charset="-128"/>
                <a:cs typeface="Arial Unicode MS" pitchFamily="34" charset="-128"/>
              </a:rPr>
              <a:t>This also helps the customer to cleanse their system and adopt usage of standard processes.</a:t>
            </a:r>
          </a:p>
          <a:p>
            <a:pPr marL="830138" lvl="1" indent="-285750" fontAlgn="base">
              <a:spcBef>
                <a:spcPts val="400"/>
              </a:spcBef>
              <a:spcAft>
                <a:spcPct val="0"/>
              </a:spcAft>
              <a:buClr>
                <a:srgbClr val="0070F2"/>
              </a:buClr>
              <a:buSzPct val="80000"/>
              <a:buFont typeface="Wingdings" panose="05000000000000000000" pitchFamily="2" charset="2"/>
              <a:buChar char="Ø"/>
            </a:pPr>
            <a:r>
              <a:rPr lang="en-US" sz="1100" kern="0">
                <a:ea typeface="Arial Unicode MS" pitchFamily="34" charset="-128"/>
                <a:cs typeface="Arial Unicode MS" pitchFamily="34" charset="-128"/>
              </a:rPr>
              <a:t>SAP doesn’t recommends usage of clone objects, thus any remediation / adjustment to the clone objects is kept out of scope.</a:t>
            </a:r>
          </a:p>
          <a:p>
            <a:pPr marL="830138" lvl="1" indent="-285750" fontAlgn="base">
              <a:spcBef>
                <a:spcPts val="400"/>
              </a:spcBef>
              <a:spcAft>
                <a:spcPct val="0"/>
              </a:spcAft>
              <a:buClr>
                <a:srgbClr val="0070F2"/>
              </a:buClr>
              <a:buSzPct val="80000"/>
              <a:buFont typeface="Wingdings" panose="05000000000000000000" pitchFamily="2" charset="2"/>
              <a:buChar char="Ø"/>
            </a:pPr>
            <a:r>
              <a:rPr lang="en-US" sz="1100" kern="0">
                <a:ea typeface="Arial Unicode MS" pitchFamily="34" charset="-128"/>
                <a:cs typeface="Arial Unicode MS" pitchFamily="34" charset="-128"/>
              </a:rPr>
              <a:t>Analyze the additional code added in clone objects (as compared to respective standard program), and enhance the standard code going forward in S/4HANA to meet the business requirements.</a:t>
            </a:r>
          </a:p>
          <a:p>
            <a:pPr marL="830138" lvl="1" indent="-285750" fontAlgn="base">
              <a:spcBef>
                <a:spcPts val="400"/>
              </a:spcBef>
              <a:spcAft>
                <a:spcPct val="0"/>
              </a:spcAft>
              <a:buClr>
                <a:srgbClr val="0070F2"/>
              </a:buClr>
              <a:buSzPct val="80000"/>
              <a:buFont typeface="Wingdings" panose="05000000000000000000" pitchFamily="2" charset="2"/>
              <a:buChar char="Ø"/>
            </a:pPr>
            <a:r>
              <a:rPr lang="en-US" sz="1100" kern="0">
                <a:ea typeface="Arial Unicode MS" pitchFamily="34" charset="-128"/>
                <a:cs typeface="Arial Unicode MS" pitchFamily="34" charset="-128"/>
              </a:rPr>
              <a:t>3454 clone objects are impacted and reported as part of ATC report.</a:t>
            </a:r>
          </a:p>
          <a:p>
            <a:pPr marL="830138" lvl="1"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A usage statistics (ST03N / SCMON / UPL) report can help in reducing the custom code footprint in the S/4HANA system. For instance, if a custom code program is not required, then it can be decommissioned.</a:t>
            </a:r>
          </a:p>
          <a:p>
            <a:pPr marL="830138" lvl="1"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Alternatively the usage statistics report can also help in prioritizing the remediations of custom code (as reported in the ATC scans).</a:t>
            </a:r>
          </a:p>
          <a:p>
            <a:pPr marL="830138" lvl="1"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The usage statistics is a good to have report.</a:t>
            </a:r>
          </a:p>
        </p:txBody>
      </p:sp>
      <p:sp>
        <p:nvSpPr>
          <p:cNvPr id="24" name="Title"/>
          <p:cNvSpPr>
            <a:spLocks noGrp="1"/>
          </p:cNvSpPr>
          <p:nvPr>
            <p:ph type="title"/>
          </p:nvPr>
        </p:nvSpPr>
        <p:spPr bwMode="gray"/>
        <p:txBody>
          <a:bodyPr/>
          <a:lstStyle/>
          <a:p>
            <a:pPr algn="ctr"/>
            <a:r>
              <a:rPr lang="en-US">
                <a:solidFill>
                  <a:schemeClr val="accent1"/>
                </a:solidFill>
              </a:rPr>
              <a:t>Key Take Away / Next Action Steps</a:t>
            </a:r>
          </a:p>
        </p:txBody>
      </p:sp>
    </p:spTree>
    <p:custDataLst>
      <p:custData r:id="rId1"/>
      <p:custData r:id="rId2"/>
    </p:custDataLst>
    <p:extLst>
      <p:ext uri="{BB962C8B-B14F-4D97-AF65-F5344CB8AC3E}">
        <p14:creationId xmlns:p14="http://schemas.microsoft.com/office/powerpoint/2010/main" val="340897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CFA5FB-3FFF-4200-958F-EE54B95DDD40}"/>
              </a:ext>
            </a:extLst>
          </p:cNvPr>
          <p:cNvSpPr txBox="1"/>
          <p:nvPr/>
        </p:nvSpPr>
        <p:spPr>
          <a:xfrm>
            <a:off x="504001" y="1022490"/>
            <a:ext cx="11186475" cy="3257302"/>
          </a:xfrm>
          <a:prstGeom prst="rect">
            <a:avLst/>
          </a:prstGeom>
          <a:noFill/>
        </p:spPr>
        <p:txBody>
          <a:bodyPr wrap="square" lIns="0" tIns="0" rIns="0" bIns="0" rtlCol="0">
            <a:spAutoFit/>
          </a:bodyPr>
          <a:lstStyle/>
          <a:p>
            <a:pPr marL="285750"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SPDD / SPAU</a:t>
            </a: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Clone</a:t>
            </a: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r>
              <a:rPr lang="en-IN" sz="1100" kern="0">
                <a:ea typeface="Arial Unicode MS" pitchFamily="34" charset="-128"/>
                <a:cs typeface="Arial Unicode MS" pitchFamily="34" charset="-128"/>
              </a:rPr>
              <a:t>ATC</a:t>
            </a: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a:p>
            <a:pPr marL="285750" indent="-285750" fontAlgn="base">
              <a:spcBef>
                <a:spcPts val="400"/>
              </a:spcBef>
              <a:spcAft>
                <a:spcPct val="0"/>
              </a:spcAft>
              <a:buClr>
                <a:srgbClr val="0070F2"/>
              </a:buClr>
              <a:buSzPct val="80000"/>
              <a:buFont typeface="Wingdings" panose="05000000000000000000" pitchFamily="2" charset="2"/>
              <a:buChar char="Ø"/>
            </a:pPr>
            <a:endParaRPr lang="en-IN" sz="1100" kern="0">
              <a:ea typeface="Arial Unicode MS" pitchFamily="34" charset="-128"/>
              <a:cs typeface="Arial Unicode MS" pitchFamily="34" charset="-128"/>
            </a:endParaRPr>
          </a:p>
        </p:txBody>
      </p:sp>
      <p:sp>
        <p:nvSpPr>
          <p:cNvPr id="24" name="Title"/>
          <p:cNvSpPr>
            <a:spLocks noGrp="1"/>
          </p:cNvSpPr>
          <p:nvPr>
            <p:ph type="title"/>
          </p:nvPr>
        </p:nvSpPr>
        <p:spPr bwMode="gray"/>
        <p:txBody>
          <a:bodyPr/>
          <a:lstStyle/>
          <a:p>
            <a:pPr algn="ctr"/>
            <a:r>
              <a:rPr lang="en-US">
                <a:solidFill>
                  <a:schemeClr val="accent1"/>
                </a:solidFill>
              </a:rPr>
              <a:t>Attachments</a:t>
            </a:r>
          </a:p>
        </p:txBody>
      </p:sp>
    </p:spTree>
    <p:custDataLst>
      <p:custData r:id="rId1"/>
      <p:custData r:id="rId2"/>
    </p:custDataLst>
    <p:extLst>
      <p:ext uri="{BB962C8B-B14F-4D97-AF65-F5344CB8AC3E}">
        <p14:creationId xmlns:p14="http://schemas.microsoft.com/office/powerpoint/2010/main" val="2637026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bwMode="gray">
          <a:xfrm>
            <a:off x="345374" y="168442"/>
            <a:ext cx="11504427" cy="520000"/>
          </a:xfrm>
          <a:prstGeom prst="rect">
            <a:avLst/>
          </a:prstGeom>
        </p:spPr>
        <p:txBody>
          <a:bodyPr vert="horz" lIns="0" tIns="0" rIns="0" bIns="0" rtlCol="0" anchor="ctr" anchorCtr="0">
            <a:noAutofit/>
          </a:bodyPr>
          <a:lstStyle>
            <a:lvl1pPr algn="l" defTabSz="914400" rtl="0" eaLnBrk="1" latinLnBrk="0" hangingPunct="1">
              <a:spcBef>
                <a:spcPct val="0"/>
              </a:spcBef>
              <a:buNone/>
              <a:defRPr sz="2400" b="1" kern="1200">
                <a:solidFill>
                  <a:schemeClr val="accent2"/>
                </a:solidFill>
                <a:latin typeface="+mj-lt"/>
              </a:defRPr>
            </a:lvl1pPr>
          </a:lstStyle>
          <a:p>
            <a:pPr lvl="0" defTabSz="913852">
              <a:defRPr/>
            </a:pPr>
            <a:r>
              <a:rPr lang="en-US">
                <a:solidFill>
                  <a:schemeClr val="accent1"/>
                </a:solidFill>
              </a:rPr>
              <a:t>SAP Joule for Developer (J4D) – AI Features Summary</a:t>
            </a:r>
          </a:p>
        </p:txBody>
      </p:sp>
      <p:sp>
        <p:nvSpPr>
          <p:cNvPr id="10" name="TitleRule"/>
          <p:cNvSpPr>
            <a:spLocks noGrp="1"/>
          </p:cNvSpPr>
          <p:nvPr/>
        </p:nvSpPr>
        <p:spPr>
          <a:xfrm>
            <a:off x="345374" y="710000"/>
            <a:ext cx="11504427" cy="28000"/>
          </a:xfrm>
          <a:prstGeom prst="rect">
            <a:avLst/>
          </a:prstGeom>
          <a:solidFill>
            <a:schemeClr val="accent1"/>
          </a:solidFill>
          <a:ln>
            <a:noFill/>
          </a:ln>
        </p:spPr>
        <p:txBody>
          <a:bodyPr/>
          <a:lstStyle/>
          <a:p>
            <a:endParaRPr/>
          </a:p>
        </p:txBody>
      </p:sp>
      <p:sp>
        <p:nvSpPr>
          <p:cNvPr id="3" name="LeftColumn"/>
          <p:cNvSpPr txBox="1"/>
          <p:nvPr/>
        </p:nvSpPr>
        <p:spPr>
          <a:xfrm>
            <a:off x="435720" y="736319"/>
            <a:ext cx="11593681" cy="1993751"/>
          </a:xfrm>
          <a:prstGeom prst="rect">
            <a:avLst/>
          </a:prstGeom>
          <a:noFill/>
        </p:spPr>
        <p:txBody>
          <a:bodyPr vert="horz" wrap="square" lIns="91440" tIns="45720" rIns="91440" bIns="45720" rtlCol="0" anchor="t">
            <a:spAutoFit/>
          </a:bodyPr>
          <a:lstStyle/>
          <a:p>
            <a:pPr marL="0" indent="0">
              <a:lnSpc>
                <a:spcPct val="120000"/>
              </a:lnSpc>
              <a:spcBef>
                <a:spcPts val="0"/>
              </a:spcBef>
              <a:buNone/>
            </a:pPr>
            <a:r>
              <a:rPr lang="en-US" sz="1100" b="1">
                <a:solidFill>
                  <a:schemeClr val="accent1"/>
                </a:solidFill>
                <a:latin typeface="Calibri"/>
              </a:rPr>
              <a:t>J4D Features</a:t>
            </a:r>
          </a:p>
          <a:p>
            <a:pPr marL="171450" indent="-171450">
              <a:lnSpc>
                <a:spcPct val="115000"/>
              </a:lnSpc>
              <a:spcBef>
                <a:spcPts val="500"/>
              </a:spcBef>
              <a:buClr>
                <a:schemeClr val="accent1"/>
              </a:buClr>
              <a:buSzPct val="100000"/>
              <a:buFont typeface="Wingdings" pitchFamily="2" charset="2"/>
              <a:buChar char="§"/>
            </a:pPr>
            <a:r>
              <a:rPr lang="en-US" sz="900" b="1">
                <a:latin typeface="Calibri"/>
              </a:rPr>
              <a:t>ATC Explain</a:t>
            </a:r>
            <a:r>
              <a:rPr lang="en-US" sz="900">
                <a:latin typeface="Calibri"/>
              </a:rPr>
              <a:t> – Explains S/4HANA ATC findings and provides step-by-step resolution guidance for custom code adaptation</a:t>
            </a:r>
          </a:p>
          <a:p>
            <a:pPr marL="171450" indent="-171450">
              <a:lnSpc>
                <a:spcPct val="115000"/>
              </a:lnSpc>
              <a:spcBef>
                <a:spcPts val="400"/>
              </a:spcBef>
              <a:buClr>
                <a:schemeClr val="accent1"/>
              </a:buClr>
              <a:buSzPct val="100000"/>
              <a:buFont typeface="Wingdings" pitchFamily="2" charset="2"/>
              <a:buChar char="§"/>
            </a:pPr>
            <a:r>
              <a:rPr lang="en-US" sz="900" b="1">
                <a:latin typeface="Calibri"/>
              </a:rPr>
              <a:t>Code Explain</a:t>
            </a:r>
            <a:r>
              <a:rPr lang="en-US" sz="900">
                <a:latin typeface="Calibri"/>
              </a:rPr>
              <a:t> – Explains the business purpose and processing logic of custom ABAP code</a:t>
            </a:r>
          </a:p>
          <a:p>
            <a:pPr marL="171450" indent="-171450">
              <a:lnSpc>
                <a:spcPct val="115000"/>
              </a:lnSpc>
              <a:spcBef>
                <a:spcPts val="400"/>
              </a:spcBef>
              <a:buClr>
                <a:schemeClr val="accent1"/>
              </a:buClr>
              <a:buSzPct val="100000"/>
              <a:buFont typeface="Wingdings" pitchFamily="2" charset="2"/>
              <a:buChar char="§"/>
            </a:pPr>
            <a:r>
              <a:rPr lang="en-US" sz="900" b="1">
                <a:latin typeface="Calibri"/>
              </a:rPr>
              <a:t>Docs Chat</a:t>
            </a:r>
            <a:r>
              <a:rPr lang="en-US" sz="900">
                <a:latin typeface="Calibri"/>
              </a:rPr>
              <a:t> – Conversational access to SAP simplification notes and S/4HANA documentation</a:t>
            </a:r>
          </a:p>
          <a:p>
            <a:pPr marL="171450" indent="-171450">
              <a:lnSpc>
                <a:spcPct val="115000"/>
              </a:lnSpc>
              <a:spcBef>
                <a:spcPts val="400"/>
              </a:spcBef>
              <a:buClr>
                <a:schemeClr val="accent1"/>
              </a:buClr>
              <a:buSzPct val="100000"/>
              <a:buFont typeface="Wingdings" pitchFamily="2" charset="2"/>
              <a:buChar char="§"/>
            </a:pPr>
            <a:r>
              <a:rPr lang="en-US" sz="900" b="1">
                <a:latin typeface="Calibri"/>
              </a:rPr>
              <a:t>Generate Code Proposal</a:t>
            </a:r>
            <a:r>
              <a:rPr lang="en-US" sz="900">
                <a:latin typeface="Calibri"/>
              </a:rPr>
              <a:t> – AI-based code adaptation suggestions for S/4HANA ATC issues (programs, function groups and classes)</a:t>
            </a:r>
          </a:p>
          <a:p>
            <a:pPr>
              <a:spcBef>
                <a:spcPts val="600"/>
              </a:spcBef>
              <a:buNone/>
            </a:pPr>
            <a:endParaRPr lang="en-US" sz="900">
              <a:latin typeface="Calibri"/>
            </a:endParaRPr>
          </a:p>
          <a:p>
            <a:pPr marL="0" indent="0">
              <a:lnSpc>
                <a:spcPct val="120000"/>
              </a:lnSpc>
              <a:spcBef>
                <a:spcPts val="0"/>
              </a:spcBef>
              <a:buNone/>
            </a:pPr>
            <a:r>
              <a:rPr lang="en-US" sz="1100" b="1">
                <a:solidFill>
                  <a:schemeClr val="accent1"/>
                </a:solidFill>
                <a:latin typeface="Calibri"/>
              </a:rPr>
              <a:t>Agentic Features</a:t>
            </a:r>
          </a:p>
          <a:p>
            <a:pPr marL="171450" indent="-171450">
              <a:lnSpc>
                <a:spcPct val="115000"/>
              </a:lnSpc>
              <a:spcBef>
                <a:spcPts val="500"/>
              </a:spcBef>
              <a:buClr>
                <a:schemeClr val="accent1"/>
              </a:buClr>
              <a:buSzPct val="100000"/>
              <a:buFont typeface="Wingdings" pitchFamily="2" charset="2"/>
              <a:buChar char="§"/>
            </a:pPr>
            <a:r>
              <a:rPr lang="en-US" sz="900" b="1">
                <a:latin typeface="Calibri"/>
              </a:rPr>
              <a:t>Mass Quick Fix</a:t>
            </a:r>
            <a:r>
              <a:rPr lang="en-US" sz="900">
                <a:latin typeface="Calibri"/>
              </a:rPr>
              <a:t> – Automatically executes available deterministic quick fixes across multiple objects and development packages</a:t>
            </a:r>
          </a:p>
          <a:p>
            <a:pPr marL="171450" indent="-171450">
              <a:lnSpc>
                <a:spcPct val="115000"/>
              </a:lnSpc>
              <a:spcBef>
                <a:spcPts val="400"/>
              </a:spcBef>
              <a:buClr>
                <a:schemeClr val="accent1"/>
              </a:buClr>
              <a:buSzPct val="100000"/>
              <a:buFont typeface="Wingdings" pitchFamily="2" charset="2"/>
              <a:buChar char="§"/>
            </a:pPr>
            <a:r>
              <a:rPr lang="en-US" sz="900" b="1">
                <a:latin typeface="Calibri"/>
              </a:rPr>
              <a:t>AI Fixes</a:t>
            </a:r>
            <a:r>
              <a:rPr lang="en-US" sz="900">
                <a:latin typeface="Calibri"/>
              </a:rPr>
              <a:t> – Applies AI-generated code fixes automatically</a:t>
            </a:r>
          </a:p>
        </p:txBody>
      </p:sp>
      <p:sp>
        <p:nvSpPr>
          <p:cNvPr id="4" name="RightColumn"/>
          <p:cNvSpPr txBox="1"/>
          <p:nvPr/>
        </p:nvSpPr>
        <p:spPr>
          <a:xfrm>
            <a:off x="432106" y="3003772"/>
            <a:ext cx="10698565" cy="2643352"/>
          </a:xfrm>
          <a:prstGeom prst="rect">
            <a:avLst/>
          </a:prstGeom>
          <a:noFill/>
        </p:spPr>
        <p:txBody>
          <a:bodyPr vert="horz" wrap="square" lIns="91440" tIns="45720" rIns="91440" bIns="45720" rtlCol="0" anchor="t">
            <a:spAutoFit/>
          </a:bodyPr>
          <a:lstStyle/>
          <a:p>
            <a:pPr marL="0" indent="0">
              <a:lnSpc>
                <a:spcPct val="120000"/>
              </a:lnSpc>
              <a:spcBef>
                <a:spcPts val="0"/>
              </a:spcBef>
              <a:buNone/>
            </a:pPr>
            <a:r>
              <a:rPr lang="en-US" sz="1100" b="1">
                <a:solidFill>
                  <a:schemeClr val="accent1"/>
                </a:solidFill>
                <a:latin typeface="Calibri"/>
              </a:rPr>
              <a:t>Prerequisites</a:t>
            </a:r>
          </a:p>
          <a:p>
            <a:pPr marL="0" indent="0">
              <a:lnSpc>
                <a:spcPct val="120000"/>
              </a:lnSpc>
              <a:spcBef>
                <a:spcPts val="700"/>
              </a:spcBef>
              <a:buNone/>
            </a:pPr>
            <a:r>
              <a:rPr lang="en-US" sz="950" b="1">
                <a:latin typeface="Calibri"/>
              </a:rPr>
              <a:t>For All J4D Features</a:t>
            </a:r>
          </a:p>
          <a:p>
            <a:pPr marL="171450" indent="-171450">
              <a:lnSpc>
                <a:spcPct val="115000"/>
              </a:lnSpc>
              <a:spcBef>
                <a:spcPts val="500"/>
              </a:spcBef>
              <a:buClr>
                <a:schemeClr val="accent1"/>
              </a:buClr>
              <a:buSzPct val="100000"/>
              <a:buFont typeface="Wingdings" pitchFamily="2" charset="2"/>
              <a:buChar char="§"/>
            </a:pPr>
            <a:r>
              <a:rPr lang="en-US" sz="900" b="1">
                <a:latin typeface="Calibri"/>
              </a:rPr>
              <a:t>ABAP Development Tools</a:t>
            </a:r>
            <a:r>
              <a:rPr lang="en-US" sz="900">
                <a:latin typeface="Calibri"/>
              </a:rPr>
              <a:t> – SAP S/4HANA target system (≥ 2021 release, private cloud or on-premise*)</a:t>
            </a:r>
            <a:endParaRPr lang="en-US" sz="900">
              <a:latin typeface="Calibri"/>
              <a:ea typeface="Calibri"/>
              <a:cs typeface="Calibri"/>
            </a:endParaRPr>
          </a:p>
          <a:p>
            <a:pPr marL="171450" indent="-171450">
              <a:lnSpc>
                <a:spcPct val="115000"/>
              </a:lnSpc>
              <a:spcBef>
                <a:spcPts val="400"/>
              </a:spcBef>
              <a:buClr>
                <a:schemeClr val="accent1"/>
              </a:buClr>
              <a:buSzPct val="100000"/>
              <a:buFont typeface="Wingdings" pitchFamily="2" charset="2"/>
              <a:buChar char="§"/>
            </a:pPr>
            <a:r>
              <a:rPr lang="en-US" sz="900" b="1">
                <a:latin typeface="Calibri"/>
              </a:rPr>
              <a:t>SAP Joule for Developers – ABAP AI Capabilities</a:t>
            </a:r>
            <a:r>
              <a:rPr lang="en-US" sz="900">
                <a:latin typeface="Calibri"/>
              </a:rPr>
              <a:t> – Entitlement for SAP Joule for Developers with ABAP AI capabilities</a:t>
            </a:r>
          </a:p>
          <a:p>
            <a:pPr marL="0" indent="0">
              <a:lnSpc>
                <a:spcPct val="120000"/>
              </a:lnSpc>
              <a:spcBef>
                <a:spcPts val="900"/>
              </a:spcBef>
              <a:buNone/>
            </a:pPr>
            <a:r>
              <a:rPr lang="en-US" sz="950" b="1">
                <a:latin typeface="Calibri"/>
              </a:rPr>
              <a:t>Additionally for Agentic Features</a:t>
            </a:r>
          </a:p>
          <a:p>
            <a:pPr marL="171450" indent="-171450">
              <a:lnSpc>
                <a:spcPct val="115000"/>
              </a:lnSpc>
              <a:spcBef>
                <a:spcPts val="500"/>
              </a:spcBef>
              <a:buClr>
                <a:schemeClr val="accent1"/>
              </a:buClr>
              <a:buSzPct val="100000"/>
              <a:buFont typeface="Wingdings" pitchFamily="2" charset="2"/>
              <a:buChar char="§"/>
            </a:pPr>
            <a:r>
              <a:rPr lang="en-US" sz="900" b="1">
                <a:latin typeface="Calibri"/>
              </a:rPr>
              <a:t>AI Assistant License</a:t>
            </a:r>
            <a:r>
              <a:rPr lang="en-US" sz="900">
                <a:latin typeface="Calibri"/>
              </a:rPr>
              <a:t> – Valid license for an AI assistant (GitHub Copilot or Amazon Q Developer), installed as Eclipse Plugin from the Eclipse Marketplace</a:t>
            </a:r>
          </a:p>
          <a:p>
            <a:pPr>
              <a:lnSpc>
                <a:spcPct val="115000"/>
              </a:lnSpc>
              <a:spcBef>
                <a:spcPts val="500"/>
              </a:spcBef>
              <a:buClr>
                <a:schemeClr val="accent1"/>
              </a:buClr>
              <a:buSzPct val="100000"/>
            </a:pPr>
            <a:r>
              <a:rPr lang="en-US" sz="800" i="1">
                <a:solidFill>
                  <a:srgbClr val="666666"/>
                </a:solidFill>
                <a:latin typeface="Calibri"/>
              </a:rPr>
              <a:t>* Availability of SAP Joule for Developers ABAP AI capabilities for SAP S/4HANA On-Premises ≥ 2021 is subject to RISE with SAP contract conditions (SAP Sapphire).</a:t>
            </a:r>
            <a:endParaRPr lang="en-US" sz="900">
              <a:latin typeface="Calibri"/>
            </a:endParaRPr>
          </a:p>
          <a:p>
            <a:pPr>
              <a:lnSpc>
                <a:spcPct val="115000"/>
              </a:lnSpc>
              <a:spcBef>
                <a:spcPts val="500"/>
              </a:spcBef>
              <a:buClr>
                <a:schemeClr val="accent1"/>
              </a:buClr>
              <a:buSzPct val="100000"/>
            </a:pPr>
            <a:endParaRPr lang="en-US" sz="900">
              <a:latin typeface="Calibri"/>
            </a:endParaRPr>
          </a:p>
          <a:p>
            <a:pPr>
              <a:lnSpc>
                <a:spcPct val="120000"/>
              </a:lnSpc>
              <a:buClr>
                <a:schemeClr val="accent1"/>
              </a:buClr>
              <a:buSzPct val="100000"/>
            </a:pPr>
            <a:r>
              <a:rPr lang="en-US" sz="1100" b="1">
                <a:solidFill>
                  <a:schemeClr val="accent1"/>
                </a:solidFill>
                <a:latin typeface="Calibri"/>
              </a:rPr>
              <a:t>Further details :</a:t>
            </a:r>
          </a:p>
          <a:p>
            <a:pPr>
              <a:lnSpc>
                <a:spcPct val="115000"/>
              </a:lnSpc>
              <a:spcBef>
                <a:spcPts val="500"/>
              </a:spcBef>
              <a:buClr>
                <a:schemeClr val="accent1"/>
              </a:buClr>
              <a:buSzPct val="100000"/>
            </a:pPr>
            <a:r>
              <a:rPr lang="en-US" sz="900">
                <a:latin typeface="Calibri"/>
              </a:rPr>
              <a:t>https://community.sap.com/t5/technology-blog-posts-by-sap/s-4hana-custom-code-migration-agent-accelerating-ecc-to-sap-s-4hana/ba-p/14418929</a:t>
            </a:r>
          </a:p>
          <a:p>
            <a:pPr marL="0" indent="0">
              <a:lnSpc>
                <a:spcPct val="115000"/>
              </a:lnSpc>
              <a:spcBef>
                <a:spcPts val="1200"/>
              </a:spcBef>
              <a:buNone/>
            </a:pPr>
            <a:endParaRPr lang="en-US" sz="750" i="1">
              <a:solidFill>
                <a:srgbClr val="666666"/>
              </a:solidFill>
              <a:latin typeface="Calibri"/>
            </a:endParaRPr>
          </a:p>
        </p:txBody>
      </p:sp>
      <p:pic>
        <p:nvPicPr>
          <p:cNvPr id="6" name="Picture 5" descr="A screenshot of a computer&#10;&#10;AI-generated content may be incorrect.">
            <a:extLst>
              <a:ext uri="{FF2B5EF4-FFF2-40B4-BE49-F238E27FC236}">
                <a16:creationId xmlns:a16="http://schemas.microsoft.com/office/drawing/2014/main" id="{BE9781BD-3FBB-0A3C-DBC9-4A9DCE6482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1471" y="1518228"/>
            <a:ext cx="3516465" cy="4627876"/>
          </a:xfrm>
          <a:prstGeom prst="rect">
            <a:avLst/>
          </a:prstGeom>
        </p:spPr>
      </p:pic>
      <p:sp>
        <p:nvSpPr>
          <p:cNvPr id="11" name="Text Placeholder 2">
            <a:extLst>
              <a:ext uri="{FF2B5EF4-FFF2-40B4-BE49-F238E27FC236}">
                <a16:creationId xmlns:a16="http://schemas.microsoft.com/office/drawing/2014/main" id="{3D268B38-CD1D-515E-58BE-1EC5ED10EDDD}"/>
              </a:ext>
            </a:extLst>
          </p:cNvPr>
          <p:cNvSpPr txBox="1">
            <a:spLocks/>
          </p:cNvSpPr>
          <p:nvPr/>
        </p:nvSpPr>
        <p:spPr bwMode="gray">
          <a:xfrm>
            <a:off x="7068339" y="1034959"/>
            <a:ext cx="4846822" cy="349772"/>
          </a:xfrm>
          <a:prstGeom prst="rect">
            <a:avLst/>
          </a:prstGeom>
        </p:spPr>
        <p:txBody>
          <a:bodyPr vert="horz" lIns="0" tIns="0" rIns="0" bIns="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sz="1400"/>
              <a:t>Example: Explain ATC finding and get AI code proposal for SAP S/4HANA adaptation </a:t>
            </a:r>
          </a:p>
          <a:p>
            <a:endParaRPr lang="en-US" sz="14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ank you"/>
          <p:cNvSpPr>
            <a:spLocks noGrp="1"/>
          </p:cNvSpPr>
          <p:nvPr>
            <p:ph type="ctrTitle"/>
          </p:nvPr>
        </p:nvSpPr>
        <p:spPr/>
        <p:txBody>
          <a:bodyPr/>
          <a:lstStyle/>
          <a:p>
            <a:r>
              <a:rPr lang="en-US"/>
              <a:t>Thank you.</a:t>
            </a:r>
          </a:p>
        </p:txBody>
      </p:sp>
      <p:sp>
        <p:nvSpPr>
          <p:cNvPr id="5" name="Text Placeholder 4">
            <a:extLst>
              <a:ext uri="{FF2B5EF4-FFF2-40B4-BE49-F238E27FC236}">
                <a16:creationId xmlns:a16="http://schemas.microsoft.com/office/drawing/2014/main" id="{E6A54FAD-D3C7-4DCB-9858-7A6F2D21794D}"/>
              </a:ext>
            </a:extLst>
          </p:cNvPr>
          <p:cNvSpPr>
            <a:spLocks noGrp="1"/>
          </p:cNvSpPr>
          <p:nvPr>
            <p:ph type="body" sz="quarter" idx="10"/>
          </p:nvPr>
        </p:nvSpPr>
        <p:spPr/>
        <p:txBody>
          <a:bodyPr/>
          <a:lstStyle/>
          <a:p>
            <a:r>
              <a:rPr lang="en-US"/>
              <a:t>&lt;name&gt;</a:t>
            </a:r>
          </a:p>
          <a:p>
            <a:r>
              <a:rPr lang="en-US"/>
              <a:t>SAP </a:t>
            </a:r>
            <a:r>
              <a:rPr lang="en-US" sz="1600" b="0"/>
              <a:t>D@S - App Dev &amp; Int - India</a:t>
            </a:r>
            <a:endParaRPr lang="en-US"/>
          </a:p>
        </p:txBody>
      </p:sp>
    </p:spTree>
    <p:extLst>
      <p:ext uri="{BB962C8B-B14F-4D97-AF65-F5344CB8AC3E}">
        <p14:creationId xmlns:p14="http://schemas.microsoft.com/office/powerpoint/2010/main" val="18818512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heme/theme1.xml><?xml version="1.0" encoding="utf-8"?>
<a:theme xmlns:a="http://schemas.openxmlformats.org/drawingml/2006/main" name="SAP 2020 16x9 white">
  <a:themeElements>
    <a:clrScheme name="SAP Colors Blue">
      <a:dk1>
        <a:srgbClr val="000000"/>
      </a:dk1>
      <a:lt1>
        <a:srgbClr val="FFFFFF"/>
      </a:lt1>
      <a:dk2>
        <a:srgbClr val="1B90FF"/>
      </a:dk2>
      <a:lt2>
        <a:srgbClr val="89D1FF"/>
      </a:lt2>
      <a:accent1>
        <a:srgbClr val="0070F2"/>
      </a:accent1>
      <a:accent2>
        <a:srgbClr val="4CB1FF"/>
      </a:accent2>
      <a:accent3>
        <a:srgbClr val="1B3A6B"/>
      </a:accent3>
      <a:accent4>
        <a:srgbClr val="89D1FF"/>
      </a:accent4>
      <a:accent5>
        <a:srgbClr val="003366"/>
      </a:accent5>
      <a:accent6>
        <a:srgbClr val="0057B8"/>
      </a:accent6>
      <a:hlink>
        <a:srgbClr val="0070F2"/>
      </a:hlink>
      <a:folHlink>
        <a:srgbClr val="0070F2"/>
      </a:folHlink>
    </a:clrScheme>
    <a:fontScheme name="SAP Fonts">
      <a:majorFont>
        <a:latin typeface="72 Brand"/>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0070F2"/>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0070F2"/>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20_16x9_white.potx" id="{1E085704-51AD-4DA6-92AD-0EE905DEE092}" vid="{76636035-1AA7-4672-B130-A694A14AB848}"/>
    </a:ext>
  </a:extLst>
</a:theme>
</file>

<file path=ppt/theme/theme2.xml><?xml version="1.0" encoding="utf-8"?>
<a:theme xmlns:a="http://schemas.openxmlformats.org/drawingml/2006/main" name="SAP 2020 16x9 blue">
  <a:themeElements>
    <a:clrScheme name="SAP_Colors2018 - blue">
      <a:dk1>
        <a:srgbClr val="00195A"/>
      </a:dk1>
      <a:lt1>
        <a:srgbClr val="FFFFFF"/>
      </a:lt1>
      <a:dk2>
        <a:srgbClr val="CCCCCC"/>
      </a:dk2>
      <a:lt2>
        <a:srgbClr val="999999"/>
      </a:lt2>
      <a:accent1>
        <a:srgbClr val="0070F2"/>
      </a:accent1>
      <a:accent2>
        <a:srgbClr val="666666"/>
      </a:accent2>
      <a:accent3>
        <a:srgbClr val="0076CB"/>
      </a:accent3>
      <a:accent4>
        <a:srgbClr val="4FB81C"/>
      </a:accent4>
      <a:accent5>
        <a:srgbClr val="E35500"/>
      </a:accent5>
      <a:accent6>
        <a:srgbClr val="760A85"/>
      </a:accent6>
      <a:hlink>
        <a:srgbClr val="0076CB"/>
      </a:hlink>
      <a:folHlink>
        <a:srgbClr val="0076CB"/>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defPPr marR="0" algn="ctr" defTabSz="914400" eaLnBrk="1" fontAlgn="base" latinLnBrk="0" hangingPunct="1">
          <a:lnSpc>
            <a:spcPct val="100000"/>
          </a:lnSpc>
          <a:spcBef>
            <a:spcPct val="50000"/>
          </a:spcBef>
          <a:spcAft>
            <a:spcPct val="0"/>
          </a:spcAft>
          <a:buClr>
            <a:srgbClr val="0070F2"/>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fontAlgn="base">
          <a:spcBef>
            <a:spcPct val="50000"/>
          </a:spcBef>
          <a:spcAft>
            <a:spcPct val="0"/>
          </a:spcAft>
          <a:buClr>
            <a:srgbClr val="0070F2"/>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20_16x9_white.potx" id="{1E085704-51AD-4DA6-92AD-0EE905DEE092}" vid="{7D7E3612-A2B4-42D1-8752-F8A970E24E32}"/>
    </a:ext>
  </a:extLst>
</a:theme>
</file>

<file path=ppt/theme/theme3.xml><?xml version="1.0" encoding="utf-8"?>
<a:theme xmlns:a="http://schemas.openxmlformats.org/drawingml/2006/main" name="SAP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8575"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0070F2"/>
          </a:buClr>
          <a:buSzPct val="80000"/>
          <a:tabLst/>
          <a:defRPr kumimoji="0" sz="1400" b="0" i="0" u="none" strike="noStrike" kern="0" cap="none" spc="0" normalizeH="0" baseline="0" noProof="0" dirty="0" err="1"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28575">
          <a:noFill/>
        </a:ln>
      </a:spPr>
      <a:bodyPr wrap="square" lIns="0" tIns="0" rIns="0" bIns="0" rtlCol="0">
        <a:spAutoFit/>
      </a:bodyPr>
      <a:lstStyle>
        <a:defPPr algn="l" fontAlgn="base">
          <a:spcBef>
            <a:spcPct val="50000"/>
          </a:spcBef>
          <a:spcAft>
            <a:spcPct val="0"/>
          </a:spcAft>
          <a:buClr>
            <a:schemeClr val="tx1"/>
          </a:buClr>
          <a:buSzPct val="100000"/>
          <a:defRPr sz="14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E1F4FF"/>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SAP BTP.potx" id="{7A034A88-0784-4B2D-9A1F-90B70C088071}" vid="{1DD4D78A-92E3-4EC8-80C4-A46B22E53DDE}"/>
    </a:ext>
  </a:extLst>
</a:theme>
</file>

<file path=ppt/theme/theme4.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0070F2"/>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4CB1FF"/>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item1.xml><?xml version="1.0" encoding="utf-8"?>
<TemplafySlideTemplateConfiguration><![CDATA[{"slideVersion":1,"isValidatorEnabled":false,"isLocked":false,"elementsMetadata":[],"slideId":"637546847219977191","enableDocumentContentUpdater":true,"version":"2.0"}]]></TemplafySlideTemplateConfiguration>
</file>

<file path=customXml/item2.xml><?xml version="1.0" encoding="utf-8"?>
<TemplafySlideTemplateConfiguration><![CDATA[{"slideVersion":1,"isValidatorEnabled":false,"isLocked":false,"elementsMetadata":[],"slideId":"637546847219977191","enableDocumentContentUpdater":true,"version":"2.0"}]]></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slideVersion":1,"isValidatorEnabled":false,"isLocked":false,"elementsMetadata":[],"slideId":"637546847219977191","enableDocumentContentUpdater":true,"version":"2.0"}]]></TemplafySlideTemplateConfiguration>
</file>

<file path=customXml/item5.xml><?xml version="1.0" encoding="utf-8"?>
<TemplafySlideTemplateConfiguration><![CDATA[{"slideVersion":1,"isValidatorEnabled":false,"isLocked":false,"elementsMetadata":[],"slideId":"637546847219977191","enableDocumentContentUpdater":true,"version":"2.0"}]]></TemplafySlideTemplateConfiguration>
</file>

<file path=customXml/item6.xml><?xml version="1.0" encoding="utf-8"?>
<Application xmlns="http://www.sap.com/cof/powerpoint/application">
  <Version>2</Version>
  <Revision>2.7.800.91299</Revision>
</Application>
</file>

<file path=customXml/item7.xml><?xml version="1.0" encoding="utf-8"?>
<TemplafySlideTemplateConfiguration><![CDATA[{"slideVersion":3,"isValidatorEnabled":false,"isLocked":false,"elementsMetadata":[{"type":"shape","elementConfiguration":{"binding":"{{StringJoin(\", \", Form.SpeakerName,\"SAP\")}}","visibility":"","type":"text","disableUpdates":false,"renderAsMarkdown":false}},{"type":"shape","elementConfiguration":{"binding":"{{FormatDateTime(Form.Date,\"MMMM dd, yyyy\",\"en-US\")}}","visibility":"","type":"text","disableUpdates":false,"renderAsMarkdown":false}},{"type":"shape","elementConfiguration":{"inheritDimensions":"{{InheritDimensions.InheritNone}}","width":"","height":"1 cm","image":"{{Form.SAPLogo.SubbrandBlue}}","visibility":"","type":"image","disableUpdates":false}}],"slideId":"1328131217384275969","enableDocumentContentUpdater":false,"version":"2.0"}]]></TemplafySlideTemplateConfiguration>
</file>

<file path=customXml/item8.xml><?xml version="1.0" encoding="utf-8"?>
<TemplafySlideFormConfiguration><![CDATA[{"formFields":[],"formDataEntries":[]}]]></TemplafySlideFormConfiguration>
</file>

<file path=customXml/item9.xml><?xml version="1.0" encoding="utf-8"?>
<p:properties xmlns:p="http://schemas.microsoft.com/office/2006/metadata/properties" xmlns:xsi="http://www.w3.org/2001/XMLSchema-instance" xmlns:pc="http://schemas.microsoft.com/office/infopath/2007/PartnerControls">
  <documentManagement/>
</p:properties>
</file>

<file path=customXml/item10.xml><?xml version="1.0" encoding="utf-8"?>
<TemplafySlideFormConfiguration><![CDATA[{"formFields":[],"formDataEntries":[]}]]></TemplafySlideFormConfiguration>
</file>

<file path=customXml/item11.xml><?xml version="1.0" encoding="utf-8"?>
<TemplafySlideTemplateConfiguration><![CDATA[{"slideVersion":1,"isValidatorEnabled":false,"isLocked":false,"elementsMetadata":[],"slideId":"637546847219977191","enableDocumentContentUpdater":true,"version":"2.0"}]]></TemplafySlideTemplateConfiguration>
</file>

<file path=customXml/item12.xml><?xml version="1.0" encoding="utf-8"?>
<TemplafySlideFormConfiguration><![CDATA[{"formFields":[],"formDataEntries":[]}]]></TemplafySlideFormConfiguration>
</file>

<file path=customXml/item13.xml><?xml version="1.0" encoding="utf-8"?>
<ct:contentTypeSchema xmlns:ct="http://schemas.microsoft.com/office/2006/metadata/contentType" xmlns:ma="http://schemas.microsoft.com/office/2006/metadata/properties/metaAttributes" ct:_="" ma:_="" ma:contentTypeName="Document" ma:contentTypeID="0x010100AC91BF53088F2F439455C1B7D3EDCCD0" ma:contentTypeVersion="9" ma:contentTypeDescription="Create a new document." ma:contentTypeScope="" ma:versionID="16fd74c73127ee206f90498745467d2b">
  <xsd:schema xmlns:xsd="http://www.w3.org/2001/XMLSchema" xmlns:xs="http://www.w3.org/2001/XMLSchema" xmlns:p="http://schemas.microsoft.com/office/2006/metadata/properties" xmlns:ns2="df4d5e41-57e8-4a87-b9ca-323343493ce2" targetNamespace="http://schemas.microsoft.com/office/2006/metadata/properties" ma:root="true" ma:fieldsID="67ad239440afdc9b325fafe4af4c957f" ns2:_="">
    <xsd:import namespace="df4d5e41-57e8-4a87-b9ca-323343493ce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4d5e41-57e8-4a87-b9ca-323343493c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4.xml><?xml version="1.0" encoding="utf-8"?>
<TemplafySlideTemplateConfiguration><![CDATA[{"slideVersion":1,"isValidatorEnabled":false,"isLocked":false,"elementsMetadata":[],"slideId":"637546847219977191","enableDocumentContentUpdater":true,"version":"2.0"}]]></TemplafySlideTemplateConfiguration>
</file>

<file path=customXml/item15.xml><?xml version="1.0" encoding="utf-8"?>
<TemplafySlideTemplateConfiguration><![CDATA[{"slideVersion":1,"isValidatorEnabled":false,"isLocked":false,"elementsMetadata":[],"slideId":"637546847219977191","enableDocumentContentUpdater":true,"version":"2.0"}]]></TemplafySlideTemplateConfiguration>
</file>

<file path=customXml/item16.xml><?xml version="1.0" encoding="utf-8"?>
<TemplafySlideFormConfiguration><![CDATA[{"formFields":[],"formDataEntries":[]}]]></TemplafySlideFormConfiguration>
</file>

<file path=customXml/item17.xml><?xml version="1.0" encoding="utf-8"?>
<TemplafySlide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formDataEntries":[]}]]></TemplafySlideFormConfiguration>
</file>

<file path=customXml/item18.xml><?xml version="1.0" encoding="utf-8"?>
<TemplafySlideTemplateConfiguration><![CDATA[{"slideVersion":1,"isValidatorEnabled":false,"isLocked":false,"elementsMetadata":[],"slideId":"637546847219977191","enableDocumentContentUpdater":true,"version":"2.0"}]]></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1,"isValidatorEnabled":false,"isLocked":false,"elementsMetadata":[],"slideId":"637546847219977191","enableDocumentContentUpdater":true,"version":"2.0"}]]></TemplafySlideTemplateConfiguration>
</file>

<file path=customXml/item21.xml><?xml version="1.0" encoding="utf-8"?>
<TemplafySlideFormConfiguration><![CDATA[{"formFields":[],"formDataEntries":[]}]]></TemplafySlideFormConfiguration>
</file>

<file path=customXml/item22.xml><?xml version="1.0" encoding="utf-8"?>
<TemplafySlideFormConfiguration><![CDATA[{"formFields":[],"formDataEntries":[]}]]></TemplafySlideFormConfiguration>
</file>

<file path=customXml/item23.xml><?xml version="1.0" encoding="utf-8"?>
<TemplafySlideTemplateConfiguration><![CDATA[{"slideVersion":1,"isValidatorEnabled":false,"isLocked":false,"elementsMetadata":[],"slideId":"637546847219977191","enableDocumentContentUpdater":true,"version":"2.0"}]]></TemplafySlideTemplateConfiguration>
</file>

<file path=customXml/item24.xml><?xml version="1.0" encoding="utf-8"?>
<TemplafySlideTemplateConfiguration><![CDATA[{"slideVersion":1,"isValidatorEnabled":false,"isLocked":false,"elementsMetadata":[],"slideId":"637546847219977191","enableDocumentContentUpdater":true,"version":"2.0"}]]></TemplafySlideTemplateConfiguration>
</file>

<file path=customXml/item25.xml><?xml version="1.0" encoding="utf-8"?>
<TemplafySlideTemplateConfiguration><![CDATA[{"slideVersion":3,"isValidatorEnabled":false,"isLocked":false,"elementsMetadata":[{"type":"shape","elementConfiguration":{"binding":"{{StringJoin(\", \", Form.SpeakerName,\"SAP\")}}","visibility":"","type":"text","disableUpdates":false,"renderAsMarkdown":false}},{"type":"shape","elementConfiguration":{"binding":"{{FormatDateTime(Form.Date,\"MMMM dd, yyyy\",\"en-US\")}}","visibility":"","type":"text","disableUpdates":false,"renderAsMarkdown":false}},{"type":"shape","elementConfiguration":{"inheritDimensions":"{{InheritDimensions.InheritNone}}","width":"","height":"1 cm","image":"{{Form.SAPLogo.SubbrandWhite}}","visibility":"","type":"image","disableUpdates":false}}],"slideId":"1328131217384275970","enableDocumentContentUpdater":false,"version":"2.0"}]]></TemplafySlideTemplateConfiguration>
</file>

<file path=customXml/item26.xml><?xml version="1.0" encoding="utf-8"?>
<?mso-contentType ?>
<FormTemplates xmlns="http://schemas.microsoft.com/sharepoint/v3/contenttype/forms">
  <Display>DocumentLibraryForm</Display>
  <Edit>DocumentLibraryForm</Edit>
  <New>DocumentLibraryForm</New>
</FormTemplates>
</file>

<file path=customXml/item27.xml><?xml version="1.0" encoding="utf-8"?>
<TemplafySlideFormConfiguration><![CDATA[{"formFields":[],"formDataEntries":[]}]]></TemplafySlideFormConfiguration>
</file>

<file path=customXml/item28.xml><?xml version="1.0" encoding="utf-8"?>
<TemplafySlide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formDataEntries":[]}]]></TemplafySlideFormConfiguration>
</file>

<file path=customXml/item29.xml><?xml version="1.0" encoding="utf-8"?>
<TemplafySlideFormConfiguration><![CDATA[{"formFields":[],"formDataEntries":[]}]]></TemplafySlideFormConfiguration>
</file>

<file path=customXml/item30.xml><?xml version="1.0" encoding="utf-8"?>
<TemplafySlideFormConfiguration><![CDATA[{"formFields":[],"formDataEntries":[]}]]></TemplafySlideFormConfiguration>
</file>

<file path=customXml/itemProps1.xml><?xml version="1.0" encoding="utf-8"?>
<ds:datastoreItem xmlns:ds="http://schemas.openxmlformats.org/officeDocument/2006/customXml" ds:itemID="{BCBE01F7-AE6D-4942-B365-0B948D1B9891}">
  <ds:schemaRefs/>
</ds:datastoreItem>
</file>

<file path=customXml/itemProps2.xml><?xml version="1.0" encoding="utf-8"?>
<ds:datastoreItem xmlns:ds="http://schemas.openxmlformats.org/officeDocument/2006/customXml" ds:itemID="{442ECF60-DBF4-44A3-BC33-7F6B9405AC1F}">
  <ds:schemaRefs/>
</ds:datastoreItem>
</file>

<file path=customXml/itemProps3.xml><?xml version="1.0" encoding="utf-8"?>
<ds:datastoreItem xmlns:ds="http://schemas.openxmlformats.org/officeDocument/2006/customXml" ds:itemID="{A101C870-7168-4CD5-8621-7042E0A2B678}">
  <ds:schemaRefs/>
</ds:datastoreItem>
</file>

<file path=customXml/itemProps4.xml><?xml version="1.0" encoding="utf-8"?>
<ds:datastoreItem xmlns:ds="http://schemas.openxmlformats.org/officeDocument/2006/customXml" ds:itemID="{1AFDF6AA-8CC9-4A23-97CB-B4793926B123}">
  <ds:schemaRefs/>
</ds:datastoreItem>
</file>

<file path=customXml/itemProps5.xml><?xml version="1.0" encoding="utf-8"?>
<ds:datastoreItem xmlns:ds="http://schemas.openxmlformats.org/officeDocument/2006/customXml" ds:itemID="{F30CF48D-4445-428D-9801-72CFD54A6D36}">
  <ds:schemaRefs/>
</ds:datastoreItem>
</file>

<file path=customXml/itemProps6.xml><?xml version="1.0" encoding="utf-8"?>
<ds:datastoreItem xmlns:ds="http://schemas.openxmlformats.org/officeDocument/2006/customXml" ds:itemID="{5EEF0D16-A0E5-4BFF-AB65-507849D5A884}">
  <ds:schemaRefs>
    <ds:schemaRef ds:uri="http://www.sap.com/cof/powerpoint/application"/>
  </ds:schemaRefs>
</ds:datastoreItem>
</file>

<file path=customXml/itemProps7.xml><?xml version="1.0" encoding="utf-8"?>
<ds:datastoreItem xmlns:ds="http://schemas.openxmlformats.org/officeDocument/2006/customXml" ds:itemID="{D0AC3308-50B2-461B-AD01-41C9501C41AA}">
  <ds:schemaRefs/>
</ds:datastoreItem>
</file>

<file path=customXml/itemProps8.xml><?xml version="1.0" encoding="utf-8"?>
<ds:datastoreItem xmlns:ds="http://schemas.openxmlformats.org/officeDocument/2006/customXml" ds:itemID="{32E38453-E7F2-491C-ABB6-317121946088}">
  <ds:schemaRefs/>
</ds:datastoreItem>
</file>

<file path=customXml/itemProps9.xml><?xml version="1.0" encoding="utf-8"?>
<ds:datastoreItem xmlns:ds="http://schemas.openxmlformats.org/officeDocument/2006/customXml" ds:itemID="{B5A61EA0-C632-450D-8732-FBE1B6CC6F01}">
  <ds:schemaRefs>
    <ds:schemaRef ds:uri="df4d5e41-57e8-4a87-b9ca-323343493ce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10.xml><?xml version="1.0" encoding="utf-8"?>
<ds:datastoreItem xmlns:ds="http://schemas.openxmlformats.org/officeDocument/2006/customXml" ds:itemID="{98791ACA-87F7-4AB2-8944-3C9461F481D5}">
  <ds:schemaRefs/>
</ds:datastoreItem>
</file>

<file path=customXml/itemProps11.xml><?xml version="1.0" encoding="utf-8"?>
<ds:datastoreItem xmlns:ds="http://schemas.openxmlformats.org/officeDocument/2006/customXml" ds:itemID="{C862053F-A245-461E-AB05-CDCB0127FAF8}">
  <ds:schemaRefs/>
</ds:datastoreItem>
</file>

<file path=customXml/itemProps12.xml><?xml version="1.0" encoding="utf-8"?>
<ds:datastoreItem xmlns:ds="http://schemas.openxmlformats.org/officeDocument/2006/customXml" ds:itemID="{E3881281-DE7E-43A6-A088-47EAFE7EBC08}">
  <ds:schemaRefs/>
</ds:datastoreItem>
</file>

<file path=customXml/itemProps13.xml><?xml version="1.0" encoding="utf-8"?>
<ds:datastoreItem xmlns:ds="http://schemas.openxmlformats.org/officeDocument/2006/customXml" ds:itemID="{FF5B3707-C354-4EEF-89A5-4786B6BF8F66}">
  <ds:schemaRefs>
    <ds:schemaRef ds:uri="df4d5e41-57e8-4a87-b9ca-323343493ce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14.xml><?xml version="1.0" encoding="utf-8"?>
<ds:datastoreItem xmlns:ds="http://schemas.openxmlformats.org/officeDocument/2006/customXml" ds:itemID="{4A058FDB-A667-44E1-8A29-B771993D5029}">
  <ds:schemaRefs/>
</ds:datastoreItem>
</file>

<file path=customXml/itemProps15.xml><?xml version="1.0" encoding="utf-8"?>
<ds:datastoreItem xmlns:ds="http://schemas.openxmlformats.org/officeDocument/2006/customXml" ds:itemID="{2040926D-DB2D-4F4C-9517-03C699F49E09}">
  <ds:schemaRefs/>
</ds:datastoreItem>
</file>

<file path=customXml/itemProps16.xml><?xml version="1.0" encoding="utf-8"?>
<ds:datastoreItem xmlns:ds="http://schemas.openxmlformats.org/officeDocument/2006/customXml" ds:itemID="{6CFEC487-97CA-4ABC-AB63-A74D02F9D58D}">
  <ds:schemaRefs/>
</ds:datastoreItem>
</file>

<file path=customXml/itemProps17.xml><?xml version="1.0" encoding="utf-8"?>
<ds:datastoreItem xmlns:ds="http://schemas.openxmlformats.org/officeDocument/2006/customXml" ds:itemID="{A701461A-A2EC-4086-A128-227E1E7767C4}">
  <ds:schemaRefs/>
</ds:datastoreItem>
</file>

<file path=customXml/itemProps18.xml><?xml version="1.0" encoding="utf-8"?>
<ds:datastoreItem xmlns:ds="http://schemas.openxmlformats.org/officeDocument/2006/customXml" ds:itemID="{D3AE1302-0EE8-4467-8BFD-80061C33184D}">
  <ds:schemaRefs/>
</ds:datastoreItem>
</file>

<file path=customXml/itemProps19.xml><?xml version="1.0" encoding="utf-8"?>
<ds:datastoreItem xmlns:ds="http://schemas.openxmlformats.org/officeDocument/2006/customXml" ds:itemID="{B898C935-DC14-424D-88DD-F1CFAFB1D7B4}">
  <ds:schemaRefs/>
</ds:datastoreItem>
</file>

<file path=customXml/itemProps20.xml><?xml version="1.0" encoding="utf-8"?>
<ds:datastoreItem xmlns:ds="http://schemas.openxmlformats.org/officeDocument/2006/customXml" ds:itemID="{00D79D94-FD55-4B1E-8C0F-60079D525669}">
  <ds:schemaRefs/>
</ds:datastoreItem>
</file>

<file path=customXml/itemProps21.xml><?xml version="1.0" encoding="utf-8"?>
<ds:datastoreItem xmlns:ds="http://schemas.openxmlformats.org/officeDocument/2006/customXml" ds:itemID="{425EC799-A5B6-4D85-BCA3-A6795F9F2C1E}">
  <ds:schemaRefs/>
</ds:datastoreItem>
</file>

<file path=customXml/itemProps22.xml><?xml version="1.0" encoding="utf-8"?>
<ds:datastoreItem xmlns:ds="http://schemas.openxmlformats.org/officeDocument/2006/customXml" ds:itemID="{9BA8873E-53E5-4F01-9BEA-35734D8755E8}">
  <ds:schemaRefs/>
</ds:datastoreItem>
</file>

<file path=customXml/itemProps23.xml><?xml version="1.0" encoding="utf-8"?>
<ds:datastoreItem xmlns:ds="http://schemas.openxmlformats.org/officeDocument/2006/customXml" ds:itemID="{CBC5941B-61B1-413C-BCA0-1F1745552209}">
  <ds:schemaRefs/>
</ds:datastoreItem>
</file>

<file path=customXml/itemProps24.xml><?xml version="1.0" encoding="utf-8"?>
<ds:datastoreItem xmlns:ds="http://schemas.openxmlformats.org/officeDocument/2006/customXml" ds:itemID="{EAF25B57-6FDC-450C-A7BA-5CE41980A4BE}">
  <ds:schemaRefs/>
</ds:datastoreItem>
</file>

<file path=customXml/itemProps25.xml><?xml version="1.0" encoding="utf-8"?>
<ds:datastoreItem xmlns:ds="http://schemas.openxmlformats.org/officeDocument/2006/customXml" ds:itemID="{59E029D4-81CC-4017-8B00-9264DBE7ED46}">
  <ds:schemaRefs/>
</ds:datastoreItem>
</file>

<file path=customXml/itemProps26.xml><?xml version="1.0" encoding="utf-8"?>
<ds:datastoreItem xmlns:ds="http://schemas.openxmlformats.org/officeDocument/2006/customXml" ds:itemID="{2DA81D51-CB8B-4E00-A304-5985D65D0CEC}">
  <ds:schemaRefs>
    <ds:schemaRef ds:uri="http://schemas.microsoft.com/sharepoint/v3/contenttype/forms"/>
  </ds:schemaRefs>
</ds:datastoreItem>
</file>

<file path=customXml/itemProps27.xml><?xml version="1.0" encoding="utf-8"?>
<ds:datastoreItem xmlns:ds="http://schemas.openxmlformats.org/officeDocument/2006/customXml" ds:itemID="{586F34AF-1C7F-4BEB-BA97-77B72745F6BD}">
  <ds:schemaRefs/>
</ds:datastoreItem>
</file>

<file path=customXml/itemProps28.xml><?xml version="1.0" encoding="utf-8"?>
<ds:datastoreItem xmlns:ds="http://schemas.openxmlformats.org/officeDocument/2006/customXml" ds:itemID="{79008009-A77E-4DE3-9C15-4B84BFC772CD}">
  <ds:schemaRefs/>
</ds:datastoreItem>
</file>

<file path=customXml/itemProps29.xml><?xml version="1.0" encoding="utf-8"?>
<ds:datastoreItem xmlns:ds="http://schemas.openxmlformats.org/officeDocument/2006/customXml" ds:itemID="{A9B458E4-985F-4040-B80F-57034B3AB864}">
  <ds:schemaRefs/>
</ds:datastoreItem>
</file>

<file path=customXml/itemProps30.xml><?xml version="1.0" encoding="utf-8"?>
<ds:datastoreItem xmlns:ds="http://schemas.openxmlformats.org/officeDocument/2006/customXml" ds:itemID="{D812A26A-0F1C-48DD-8002-A9ABC40F90CA}">
  <ds:schemaRefs/>
</ds:datastoreItem>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emplate>SAP_2020_16x9_White</Template>
  <Application>Microsoft Office PowerPoint</Application>
  <PresentationFormat>Custom</PresentationFormat>
  <Slides>15</Slides>
  <Notes>12</Notes>
  <HiddenSlides>0</HiddenSlides>
  <ScaleCrop>false</ScaleCrop>
  <HeadingPairs>
    <vt:vector size="4" baseType="variant">
      <vt:variant>
        <vt:lpstr>Theme</vt:lpstr>
      </vt:variant>
      <vt:variant>
        <vt:i4>3</vt:i4>
      </vt:variant>
      <vt:variant>
        <vt:lpstr>Slide Titles</vt:lpstr>
      </vt:variant>
      <vt:variant>
        <vt:i4>15</vt:i4>
      </vt:variant>
    </vt:vector>
  </HeadingPairs>
  <TitlesOfParts>
    <vt:vector size="18" baseType="lpstr">
      <vt:lpstr>SAP 2020 16x9 white</vt:lpstr>
      <vt:lpstr>SAP 2020 16x9 blue</vt:lpstr>
      <vt:lpstr>SAP Template</vt:lpstr>
      <vt:lpstr>&lt;Customer Name&gt; S/4HANA Conversion  Custom Code Analysis - Summary</vt:lpstr>
      <vt:lpstr>Custom Code - Adaptation Process</vt:lpstr>
      <vt:lpstr>Custom Code Object – S/4HANA Simplification Category</vt:lpstr>
      <vt:lpstr>Custom Code Object Count - Statistics as reported by ATC scans for S/4HANA 2025</vt:lpstr>
      <vt:lpstr>Custom Code Object Count - Statistics as reported by ATC scans for S/4HANA 2025</vt:lpstr>
      <vt:lpstr>Custom Code Impacts - Statistics as reported by ATC scans for S/4HANA 2025</vt:lpstr>
      <vt:lpstr>Custom Code Impacts - Statistics as reported by ATC scans for S/4HANA 2025</vt:lpstr>
      <vt:lpstr>Summary Scope - For Custom Code Activities</vt:lpstr>
      <vt:lpstr>PowerPoint Presentation</vt:lpstr>
      <vt:lpstr>PowerPoint Presentation</vt:lpstr>
      <vt:lpstr>PowerPoint Presentation</vt:lpstr>
      <vt:lpstr>Key Take Away / Next Action Steps</vt:lpstr>
      <vt:lpstr>Attachments</vt:lpstr>
      <vt:lpstr>PowerPoint Presentation</vt:lpstr>
      <vt:lpstr>Thank you.</vt:lpstr>
    </vt:vector>
  </TitlesOfParts>
  <Manager/>
  <Company>SAP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and Here and Here</dc:title>
  <dc:subject/>
  <dc:creator>SAP SE</dc:creator>
  <cp:keywords>2020/16:9/white</cp:keywords>
  <dc:description/>
  <cp:revision>15</cp:revision>
  <dcterms:created xsi:type="dcterms:W3CDTF">2020-03-31T10:57:00Z</dcterms:created>
  <dcterms:modified xsi:type="dcterms:W3CDTF">2026-08-18T13:36:46Z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0x010100AC91BF53088F2F439455C1B7D3EDCCD0</vt:lpwstr>
  </property>
  <property fmtid="{D5CDD505-2E9C-101B-9397-08002B2CF9AE}" pid="4" name="MediaServiceImageTags">
    <vt:lpwstr/>
  </property>
</Properties>
</file>